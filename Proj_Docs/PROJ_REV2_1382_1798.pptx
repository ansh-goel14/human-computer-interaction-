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5"/>
  </p:notesMasterIdLst>
  <p:sldIdLst>
    <p:sldId id="256" r:id="rId2"/>
    <p:sldId id="257" r:id="rId3"/>
    <p:sldId id="264" r:id="rId4"/>
    <p:sldId id="268" r:id="rId5"/>
    <p:sldId id="258" r:id="rId6"/>
    <p:sldId id="270" r:id="rId7"/>
    <p:sldId id="260" r:id="rId8"/>
    <p:sldId id="263" r:id="rId9"/>
    <p:sldId id="271" r:id="rId10"/>
    <p:sldId id="272" r:id="rId11"/>
    <p:sldId id="262" r:id="rId12"/>
    <p:sldId id="266" r:id="rId13"/>
    <p:sldId id="269" r:id="rId14"/>
  </p:sldIdLst>
  <p:sldSz cx="12192000" cy="6858000"/>
  <p:notesSz cx="6858000" cy="9144000"/>
  <p:embeddedFontLst>
    <p:embeddedFont>
      <p:font typeface="Bahnschrift" panose="020B0502040204020203" pitchFamily="34" charset="0"/>
      <p:regular r:id="rId16"/>
      <p:bold r:id="rId17"/>
    </p:embeddedFont>
    <p:embeddedFont>
      <p:font typeface="Century Gothic" panose="020B0502020202020204" pitchFamily="34" charset="0"/>
      <p:regular r:id="rId18"/>
      <p:bold r:id="rId19"/>
      <p:italic r:id="rId20"/>
      <p:boldItalic r:id="rId2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2" roundtripDataSignature="AMtx7mh7znn4ZkjnXmwd7vT8O4kiMjjfJ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4" d="100"/>
          <a:sy n="74" d="100"/>
        </p:scale>
        <p:origin x="552" y="54"/>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251278409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3" name="Google Shape;11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9" name="Google Shape;11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5" name="Google Shape;125;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7" name="Google Shape;137;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9" name="Google Shape;149;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9"/>
          <p:cNvSpPr/>
          <p:nvPr/>
        </p:nvSpPr>
        <p:spPr>
          <a:xfrm>
            <a:off x="0" y="-3175"/>
            <a:ext cx="12192000" cy="5203825"/>
          </a:xfrm>
          <a:custGeom>
            <a:avLst/>
            <a:gdLst/>
            <a:ahLst/>
            <a:cxnLst/>
            <a:rect l="l" t="t" r="r" b="b"/>
            <a:pathLst>
              <a:path w="5760" h="3278" extrusionOk="0">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blipFill rotWithShape="1">
            <a:blip r:embed="rId2">
              <a:alphaModFix/>
            </a:blip>
            <a:tile tx="0" ty="0" sx="100000" sy="100000" flip="none" algn="tl"/>
          </a:blipFill>
          <a:ln w="9525" cap="rnd" cmpd="sng">
            <a:solidFill>
              <a:schemeClr val="accent1"/>
            </a:solidFill>
            <a:prstDash val="solid"/>
            <a:round/>
            <a:headEnd type="none" w="sm" len="sm"/>
            <a:tailEnd type="none" w="sm" len="sm"/>
          </a:ln>
        </p:spPr>
      </p:sp>
      <p:sp>
        <p:nvSpPr>
          <p:cNvPr id="13" name="Google Shape;13;p9"/>
          <p:cNvSpPr txBox="1">
            <a:spLocks noGrp="1"/>
          </p:cNvSpPr>
          <p:nvPr>
            <p:ph type="ctrTitle"/>
          </p:nvPr>
        </p:nvSpPr>
        <p:spPr>
          <a:xfrm>
            <a:off x="810001" y="1449147"/>
            <a:ext cx="10572000" cy="2971051"/>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lvl1pPr lvl="0" algn="l">
              <a:spcBef>
                <a:spcPts val="0"/>
              </a:spcBef>
              <a:spcAft>
                <a:spcPts val="0"/>
              </a:spcAft>
              <a:buClr>
                <a:srgbClr val="FEFEFE"/>
              </a:buClr>
              <a:buSzPts val="5400"/>
              <a:buFont typeface="Century Gothic"/>
              <a:buNone/>
              <a:defRPr sz="5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9"/>
          <p:cNvSpPr txBox="1">
            <a:spLocks noGrp="1"/>
          </p:cNvSpPr>
          <p:nvPr>
            <p:ph type="subTitle" idx="1"/>
          </p:nvPr>
        </p:nvSpPr>
        <p:spPr>
          <a:xfrm>
            <a:off x="810001" y="5280847"/>
            <a:ext cx="10572000" cy="434974"/>
          </a:xfrm>
          <a:prstGeom prst="rect">
            <a:avLst/>
          </a:prstGeom>
          <a:noFill/>
          <a:ln>
            <a:noFill/>
          </a:ln>
          <a:effectLst>
            <a:outerShdw blurRad="50800">
              <a:srgbClr val="000000">
                <a:alpha val="40000"/>
              </a:srgbClr>
            </a:outerShdw>
          </a:effectLst>
        </p:spPr>
        <p:txBody>
          <a:bodyPr spcFirstLastPara="1" wrap="square" lIns="91425" tIns="45700" rIns="91425" bIns="45700" anchor="t" anchorCtr="0">
            <a:normAutofit/>
          </a:bodyPr>
          <a:lstStyle>
            <a:lvl1pPr lvl="0" algn="l">
              <a:spcBef>
                <a:spcPts val="360"/>
              </a:spcBef>
              <a:spcAft>
                <a:spcPts val="0"/>
              </a:spcAft>
              <a:buSzPts val="1800"/>
              <a:buNone/>
              <a:defRPr>
                <a:solidFill>
                  <a:schemeClr val="lt1"/>
                </a:solidFill>
              </a:defRPr>
            </a:lvl1pPr>
            <a:lvl2pPr lvl="1" algn="ctr">
              <a:spcBef>
                <a:spcPts val="600"/>
              </a:spcBef>
              <a:spcAft>
                <a:spcPts val="0"/>
              </a:spcAft>
              <a:buSzPts val="1600"/>
              <a:buNone/>
              <a:defRPr>
                <a:solidFill>
                  <a:schemeClr val="lt1"/>
                </a:solidFill>
              </a:defRPr>
            </a:lvl2pPr>
            <a:lvl3pPr lvl="2" algn="ctr">
              <a:spcBef>
                <a:spcPts val="600"/>
              </a:spcBef>
              <a:spcAft>
                <a:spcPts val="0"/>
              </a:spcAft>
              <a:buSzPts val="1400"/>
              <a:buNone/>
              <a:defRPr>
                <a:solidFill>
                  <a:schemeClr val="lt1"/>
                </a:solidFill>
              </a:defRPr>
            </a:lvl3pPr>
            <a:lvl4pPr lvl="3" algn="ctr">
              <a:spcBef>
                <a:spcPts val="600"/>
              </a:spcBef>
              <a:spcAft>
                <a:spcPts val="0"/>
              </a:spcAft>
              <a:buSzPts val="1200"/>
              <a:buNone/>
              <a:defRPr>
                <a:solidFill>
                  <a:schemeClr val="lt1"/>
                </a:solidFill>
              </a:defRPr>
            </a:lvl4pPr>
            <a:lvl5pPr lvl="4" algn="ctr">
              <a:spcBef>
                <a:spcPts val="600"/>
              </a:spcBef>
              <a:spcAft>
                <a:spcPts val="0"/>
              </a:spcAft>
              <a:buSzPts val="1200"/>
              <a:buNone/>
              <a:defRPr>
                <a:solidFill>
                  <a:schemeClr val="lt1"/>
                </a:solidFill>
              </a:defRPr>
            </a:lvl5pPr>
            <a:lvl6pPr lvl="5" algn="ctr">
              <a:spcBef>
                <a:spcPts val="600"/>
              </a:spcBef>
              <a:spcAft>
                <a:spcPts val="0"/>
              </a:spcAft>
              <a:buSzPts val="1200"/>
              <a:buNone/>
              <a:defRPr>
                <a:solidFill>
                  <a:schemeClr val="lt1"/>
                </a:solidFill>
              </a:defRPr>
            </a:lvl6pPr>
            <a:lvl7pPr lvl="6" algn="ctr">
              <a:spcBef>
                <a:spcPts val="600"/>
              </a:spcBef>
              <a:spcAft>
                <a:spcPts val="0"/>
              </a:spcAft>
              <a:buSzPts val="1200"/>
              <a:buNone/>
              <a:defRPr>
                <a:solidFill>
                  <a:schemeClr val="lt1"/>
                </a:solidFill>
              </a:defRPr>
            </a:lvl7pPr>
            <a:lvl8pPr lvl="7" algn="ctr">
              <a:spcBef>
                <a:spcPts val="600"/>
              </a:spcBef>
              <a:spcAft>
                <a:spcPts val="0"/>
              </a:spcAft>
              <a:buSzPts val="1200"/>
              <a:buNone/>
              <a:defRPr>
                <a:solidFill>
                  <a:schemeClr val="lt1"/>
                </a:solidFill>
              </a:defRPr>
            </a:lvl8pPr>
            <a:lvl9pPr lvl="8" algn="ctr">
              <a:spcBef>
                <a:spcPts val="600"/>
              </a:spcBef>
              <a:spcAft>
                <a:spcPts val="600"/>
              </a:spcAft>
              <a:buSzPts val="1200"/>
              <a:buNone/>
              <a:defRPr>
                <a:solidFill>
                  <a:schemeClr val="lt1"/>
                </a:solidFill>
              </a:defRPr>
            </a:lvl9pPr>
          </a:lstStyle>
          <a:p>
            <a:endParaRPr/>
          </a:p>
        </p:txBody>
      </p:sp>
      <p:sp>
        <p:nvSpPr>
          <p:cNvPr id="15" name="Google Shape;15;p9"/>
          <p:cNvSpPr txBox="1">
            <a:spLocks noGrp="1"/>
          </p:cNvSpPr>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9"/>
          <p:cNvSpPr txBox="1">
            <a:spLocks noGrp="1"/>
          </p:cNvSpPr>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9"/>
          <p:cNvSpPr txBox="1">
            <a:spLocks noGrp="1"/>
          </p:cNvSpPr>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8"/>
        <p:cNvGrpSpPr/>
        <p:nvPr/>
      </p:nvGrpSpPr>
      <p:grpSpPr>
        <a:xfrm>
          <a:off x="0" y="0"/>
          <a:ext cx="0" cy="0"/>
          <a:chOff x="0" y="0"/>
          <a:chExt cx="0" cy="0"/>
        </a:xfrm>
      </p:grpSpPr>
      <p:sp>
        <p:nvSpPr>
          <p:cNvPr id="19" name="Google Shape;19;p10"/>
          <p:cNvSpPr/>
          <p:nvPr/>
        </p:nvSpPr>
        <p:spPr>
          <a:xfrm>
            <a:off x="0" y="0"/>
            <a:ext cx="12192000" cy="2185988"/>
          </a:xfrm>
          <a:custGeom>
            <a:avLst/>
            <a:gdLst/>
            <a:ahLst/>
            <a:cxnLst/>
            <a:rect l="l" t="t" r="r" b="b"/>
            <a:pathLst>
              <a:path w="5760" h="1377" extrusionOk="0">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blipFill rotWithShape="1">
            <a:blip r:embed="rId2">
              <a:alphaModFix/>
            </a:blip>
            <a:tile tx="0" ty="0" sx="100000" sy="100000" flip="none" algn="tl"/>
          </a:blipFill>
          <a:ln w="9525" cap="rnd" cmpd="sng">
            <a:solidFill>
              <a:schemeClr val="accent1"/>
            </a:solidFill>
            <a:prstDash val="solid"/>
            <a:round/>
            <a:headEnd type="none" w="sm" len="sm"/>
            <a:tailEnd type="none" w="sm" len="sm"/>
          </a:ln>
        </p:spPr>
      </p:sp>
      <p:sp>
        <p:nvSpPr>
          <p:cNvPr id="20" name="Google Shape;20;p10"/>
          <p:cNvSpPr txBox="1">
            <a:spLocks noGrp="1"/>
          </p:cNvSpPr>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lvl1pPr lvl="0" algn="l">
              <a:spcBef>
                <a:spcPts val="0"/>
              </a:spcBef>
              <a:spcAft>
                <a:spcPts val="0"/>
              </a:spcAft>
              <a:buClr>
                <a:srgbClr val="FEFEFE"/>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10"/>
          <p:cNvSpPr txBox="1">
            <a:spLocks noGrp="1"/>
          </p:cNvSpPr>
          <p:nvPr>
            <p:ph type="body" idx="1"/>
          </p:nvPr>
        </p:nvSpPr>
        <p:spPr>
          <a:xfrm>
            <a:off x="818712" y="2222287"/>
            <a:ext cx="10554574" cy="3636511"/>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lvl1pPr marL="457200" lvl="0" indent="-342900" algn="l">
              <a:spcBef>
                <a:spcPts val="360"/>
              </a:spcBef>
              <a:spcAft>
                <a:spcPts val="0"/>
              </a:spcAft>
              <a:buSzPts val="1800"/>
              <a:buChar char="🞆"/>
              <a:defRPr/>
            </a:lvl1pPr>
            <a:lvl2pPr marL="914400" lvl="1" indent="-342900" algn="l">
              <a:spcBef>
                <a:spcPts val="600"/>
              </a:spcBef>
              <a:spcAft>
                <a:spcPts val="0"/>
              </a:spcAft>
              <a:buSzPts val="1800"/>
              <a:buChar char="🞆"/>
              <a:defRPr/>
            </a:lvl2pPr>
            <a:lvl3pPr marL="1371600" lvl="2" indent="-342900" algn="l">
              <a:spcBef>
                <a:spcPts val="600"/>
              </a:spcBef>
              <a:spcAft>
                <a:spcPts val="0"/>
              </a:spcAft>
              <a:buSzPts val="1800"/>
              <a:buChar char="🞆"/>
              <a:defRPr/>
            </a:lvl3pPr>
            <a:lvl4pPr marL="1828800" lvl="3" indent="-342900" algn="l">
              <a:spcBef>
                <a:spcPts val="600"/>
              </a:spcBef>
              <a:spcAft>
                <a:spcPts val="0"/>
              </a:spcAft>
              <a:buSzPts val="1800"/>
              <a:buChar char="🞆"/>
              <a:defRPr/>
            </a:lvl4pPr>
            <a:lvl5pPr marL="2286000" lvl="4" indent="-342900" algn="l">
              <a:spcBef>
                <a:spcPts val="600"/>
              </a:spcBef>
              <a:spcAft>
                <a:spcPts val="0"/>
              </a:spcAft>
              <a:buSzPts val="1800"/>
              <a:buChar char="🞆"/>
              <a:defRPr/>
            </a:lvl5pPr>
            <a:lvl6pPr marL="2743200" lvl="5" indent="-342900" algn="l">
              <a:spcBef>
                <a:spcPts val="600"/>
              </a:spcBef>
              <a:spcAft>
                <a:spcPts val="0"/>
              </a:spcAft>
              <a:buSzPts val="1800"/>
              <a:buChar char="🞆"/>
              <a:defRPr/>
            </a:lvl6pPr>
            <a:lvl7pPr marL="3200400" lvl="6" indent="-342900" algn="l">
              <a:spcBef>
                <a:spcPts val="600"/>
              </a:spcBef>
              <a:spcAft>
                <a:spcPts val="0"/>
              </a:spcAft>
              <a:buSzPts val="1800"/>
              <a:buChar char="🞆"/>
              <a:defRPr/>
            </a:lvl7pPr>
            <a:lvl8pPr marL="3657600" lvl="7" indent="-342900" algn="l">
              <a:spcBef>
                <a:spcPts val="600"/>
              </a:spcBef>
              <a:spcAft>
                <a:spcPts val="0"/>
              </a:spcAft>
              <a:buSzPts val="1800"/>
              <a:buChar char="🞆"/>
              <a:defRPr/>
            </a:lvl8pPr>
            <a:lvl9pPr marL="4114800" lvl="8" indent="-342900" algn="l">
              <a:spcBef>
                <a:spcPts val="600"/>
              </a:spcBef>
              <a:spcAft>
                <a:spcPts val="600"/>
              </a:spcAft>
              <a:buSzPts val="1800"/>
              <a:buChar char="🞆"/>
              <a:defRPr/>
            </a:lvl9pPr>
          </a:lstStyle>
          <a:p>
            <a:endParaRPr/>
          </a:p>
        </p:txBody>
      </p:sp>
      <p:sp>
        <p:nvSpPr>
          <p:cNvPr id="22" name="Google Shape;22;p10"/>
          <p:cNvSpPr txBox="1">
            <a:spLocks noGrp="1"/>
          </p:cNvSpPr>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10"/>
          <p:cNvSpPr txBox="1">
            <a:spLocks noGrp="1"/>
          </p:cNvSpPr>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10"/>
          <p:cNvSpPr txBox="1">
            <a:spLocks noGrp="1"/>
          </p:cNvSpPr>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11"/>
          <p:cNvSpPr/>
          <p:nvPr/>
        </p:nvSpPr>
        <p:spPr>
          <a:xfrm>
            <a:off x="0" y="1"/>
            <a:ext cx="12192000" cy="5203825"/>
          </a:xfrm>
          <a:custGeom>
            <a:avLst/>
            <a:gdLst/>
            <a:ahLst/>
            <a:cxnLst/>
            <a:rect l="l" t="t" r="r" b="b"/>
            <a:pathLst>
              <a:path w="5760" h="3278" extrusionOk="0">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blipFill rotWithShape="1">
            <a:blip r:embed="rId2">
              <a:alphaModFix/>
            </a:blip>
            <a:tile tx="0" ty="0" sx="100000" sy="100000" flip="none" algn="tl"/>
          </a:blipFill>
          <a:ln w="9525" cap="rnd" cmpd="sng">
            <a:solidFill>
              <a:schemeClr val="accent1"/>
            </a:solidFill>
            <a:prstDash val="solid"/>
            <a:round/>
            <a:headEnd type="none" w="sm" len="sm"/>
            <a:tailEnd type="none" w="sm" len="sm"/>
          </a:ln>
        </p:spPr>
      </p:sp>
      <p:sp>
        <p:nvSpPr>
          <p:cNvPr id="27" name="Google Shape;27;p11"/>
          <p:cNvSpPr txBox="1">
            <a:spLocks noGrp="1"/>
          </p:cNvSpPr>
          <p:nvPr>
            <p:ph type="title"/>
          </p:nvPr>
        </p:nvSpPr>
        <p:spPr>
          <a:xfrm>
            <a:off x="810000" y="2951396"/>
            <a:ext cx="10561418" cy="146880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lvl1pPr lvl="0" algn="r">
              <a:spcBef>
                <a:spcPts val="0"/>
              </a:spcBef>
              <a:spcAft>
                <a:spcPts val="0"/>
              </a:spcAft>
              <a:buClr>
                <a:srgbClr val="FEFEFE"/>
              </a:buClr>
              <a:buSzPts val="4800"/>
              <a:buFont typeface="Century Gothic"/>
              <a:buNone/>
              <a:defRPr sz="4800" b="1"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11"/>
          <p:cNvSpPr txBox="1">
            <a:spLocks noGrp="1"/>
          </p:cNvSpPr>
          <p:nvPr>
            <p:ph type="body" idx="1"/>
          </p:nvPr>
        </p:nvSpPr>
        <p:spPr>
          <a:xfrm>
            <a:off x="810000" y="5281201"/>
            <a:ext cx="10561418" cy="433955"/>
          </a:xfrm>
          <a:prstGeom prst="rect">
            <a:avLst/>
          </a:prstGeom>
          <a:noFill/>
          <a:ln>
            <a:noFill/>
          </a:ln>
          <a:effectLst>
            <a:outerShdw blurRad="50800">
              <a:srgbClr val="000000">
                <a:alpha val="40000"/>
              </a:srgbClr>
            </a:outerShdw>
          </a:effectLst>
        </p:spPr>
        <p:txBody>
          <a:bodyPr spcFirstLastPara="1" wrap="square" lIns="91425" tIns="45700" rIns="91425" bIns="45700" anchor="t" anchorCtr="0">
            <a:noAutofit/>
          </a:bodyPr>
          <a:lstStyle>
            <a:lvl1pPr marL="457200" lvl="0" indent="-228600" algn="r">
              <a:spcBef>
                <a:spcPts val="360"/>
              </a:spcBef>
              <a:spcAft>
                <a:spcPts val="0"/>
              </a:spcAft>
              <a:buSzPts val="1800"/>
              <a:buNone/>
              <a:defRPr sz="1800">
                <a:solidFill>
                  <a:schemeClr val="lt1"/>
                </a:solidFill>
              </a:defRPr>
            </a:lvl1pPr>
            <a:lvl2pPr marL="914400" lvl="1" indent="-228600" algn="l">
              <a:spcBef>
                <a:spcPts val="600"/>
              </a:spcBef>
              <a:spcAft>
                <a:spcPts val="0"/>
              </a:spcAft>
              <a:buSzPts val="1800"/>
              <a:buNone/>
              <a:defRPr sz="1800">
                <a:solidFill>
                  <a:schemeClr val="lt1"/>
                </a:solidFill>
              </a:defRPr>
            </a:lvl2pPr>
            <a:lvl3pPr marL="1371600" lvl="2" indent="-228600" algn="l">
              <a:spcBef>
                <a:spcPts val="600"/>
              </a:spcBef>
              <a:spcAft>
                <a:spcPts val="0"/>
              </a:spcAft>
              <a:buSzPts val="1600"/>
              <a:buNone/>
              <a:defRPr sz="1600">
                <a:solidFill>
                  <a:schemeClr val="lt1"/>
                </a:solidFill>
              </a:defRPr>
            </a:lvl3pPr>
            <a:lvl4pPr marL="1828800" lvl="3" indent="-228600" algn="l">
              <a:spcBef>
                <a:spcPts val="600"/>
              </a:spcBef>
              <a:spcAft>
                <a:spcPts val="0"/>
              </a:spcAft>
              <a:buSzPts val="1400"/>
              <a:buNone/>
              <a:defRPr sz="1400">
                <a:solidFill>
                  <a:schemeClr val="lt1"/>
                </a:solidFill>
              </a:defRPr>
            </a:lvl4pPr>
            <a:lvl5pPr marL="2286000" lvl="4" indent="-228600" algn="l">
              <a:spcBef>
                <a:spcPts val="600"/>
              </a:spcBef>
              <a:spcAft>
                <a:spcPts val="0"/>
              </a:spcAft>
              <a:buSzPts val="1400"/>
              <a:buNone/>
              <a:defRPr sz="1400">
                <a:solidFill>
                  <a:schemeClr val="lt1"/>
                </a:solidFill>
              </a:defRPr>
            </a:lvl5pPr>
            <a:lvl6pPr marL="2743200" lvl="5" indent="-228600" algn="l">
              <a:spcBef>
                <a:spcPts val="600"/>
              </a:spcBef>
              <a:spcAft>
                <a:spcPts val="0"/>
              </a:spcAft>
              <a:buSzPts val="1400"/>
              <a:buNone/>
              <a:defRPr sz="1400">
                <a:solidFill>
                  <a:schemeClr val="lt1"/>
                </a:solidFill>
              </a:defRPr>
            </a:lvl6pPr>
            <a:lvl7pPr marL="3200400" lvl="6" indent="-228600" algn="l">
              <a:spcBef>
                <a:spcPts val="600"/>
              </a:spcBef>
              <a:spcAft>
                <a:spcPts val="0"/>
              </a:spcAft>
              <a:buSzPts val="1400"/>
              <a:buNone/>
              <a:defRPr sz="1400">
                <a:solidFill>
                  <a:schemeClr val="lt1"/>
                </a:solidFill>
              </a:defRPr>
            </a:lvl7pPr>
            <a:lvl8pPr marL="3657600" lvl="7" indent="-228600" algn="l">
              <a:spcBef>
                <a:spcPts val="600"/>
              </a:spcBef>
              <a:spcAft>
                <a:spcPts val="0"/>
              </a:spcAft>
              <a:buSzPts val="1400"/>
              <a:buNone/>
              <a:defRPr sz="1400">
                <a:solidFill>
                  <a:schemeClr val="lt1"/>
                </a:solidFill>
              </a:defRPr>
            </a:lvl8pPr>
            <a:lvl9pPr marL="4114800" lvl="8" indent="-228600" algn="l">
              <a:spcBef>
                <a:spcPts val="600"/>
              </a:spcBef>
              <a:spcAft>
                <a:spcPts val="600"/>
              </a:spcAft>
              <a:buSzPts val="1400"/>
              <a:buNone/>
              <a:defRPr sz="1400">
                <a:solidFill>
                  <a:schemeClr val="lt1"/>
                </a:solidFill>
              </a:defRPr>
            </a:lvl9pPr>
          </a:lstStyle>
          <a:p>
            <a:endParaRPr/>
          </a:p>
        </p:txBody>
      </p:sp>
      <p:sp>
        <p:nvSpPr>
          <p:cNvPr id="29" name="Google Shape;29;p11"/>
          <p:cNvSpPr txBox="1">
            <a:spLocks noGrp="1"/>
          </p:cNvSpPr>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11"/>
          <p:cNvSpPr txBox="1">
            <a:spLocks noGrp="1"/>
          </p:cNvSpPr>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11"/>
          <p:cNvSpPr txBox="1">
            <a:spLocks noGrp="1"/>
          </p:cNvSpPr>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2"/>
        <p:cNvGrpSpPr/>
        <p:nvPr/>
      </p:nvGrpSpPr>
      <p:grpSpPr>
        <a:xfrm>
          <a:off x="0" y="0"/>
          <a:ext cx="0" cy="0"/>
          <a:chOff x="0" y="0"/>
          <a:chExt cx="0" cy="0"/>
        </a:xfrm>
      </p:grpSpPr>
      <p:sp>
        <p:nvSpPr>
          <p:cNvPr id="33" name="Google Shape;33;p12"/>
          <p:cNvSpPr/>
          <p:nvPr/>
        </p:nvSpPr>
        <p:spPr>
          <a:xfrm>
            <a:off x="0" y="0"/>
            <a:ext cx="12192000" cy="2185988"/>
          </a:xfrm>
          <a:custGeom>
            <a:avLst/>
            <a:gdLst/>
            <a:ahLst/>
            <a:cxnLst/>
            <a:rect l="l" t="t" r="r" b="b"/>
            <a:pathLst>
              <a:path w="5760" h="1377" extrusionOk="0">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blipFill rotWithShape="1">
            <a:blip r:embed="rId2">
              <a:alphaModFix/>
            </a:blip>
            <a:tile tx="0" ty="0" sx="100000" sy="100000" flip="none" algn="tl"/>
          </a:blipFill>
          <a:ln w="9525" cap="rnd" cmpd="sng">
            <a:solidFill>
              <a:schemeClr val="accent1"/>
            </a:solidFill>
            <a:prstDash val="solid"/>
            <a:round/>
            <a:headEnd type="none" w="sm" len="sm"/>
            <a:tailEnd type="none" w="sm" len="sm"/>
          </a:ln>
        </p:spPr>
      </p:sp>
      <p:sp>
        <p:nvSpPr>
          <p:cNvPr id="34" name="Google Shape;34;p12"/>
          <p:cNvSpPr txBox="1">
            <a:spLocks noGrp="1"/>
          </p:cNvSpPr>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lvl1pPr lvl="0" algn="l">
              <a:spcBef>
                <a:spcPts val="0"/>
              </a:spcBef>
              <a:spcAft>
                <a:spcPts val="0"/>
              </a:spcAft>
              <a:buClr>
                <a:srgbClr val="FEFEFE"/>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12"/>
          <p:cNvSpPr txBox="1">
            <a:spLocks noGrp="1"/>
          </p:cNvSpPr>
          <p:nvPr>
            <p:ph type="body" idx="1"/>
          </p:nvPr>
        </p:nvSpPr>
        <p:spPr>
          <a:xfrm>
            <a:off x="818712" y="2222287"/>
            <a:ext cx="5185873" cy="3638763"/>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lvl1pPr marL="457200" lvl="0" indent="-342900" algn="l">
              <a:spcBef>
                <a:spcPts val="360"/>
              </a:spcBef>
              <a:spcAft>
                <a:spcPts val="0"/>
              </a:spcAft>
              <a:buSzPts val="1800"/>
              <a:buChar char="🞆"/>
              <a:defRPr/>
            </a:lvl1pPr>
            <a:lvl2pPr marL="914400" lvl="1" indent="-342900" algn="l">
              <a:spcBef>
                <a:spcPts val="600"/>
              </a:spcBef>
              <a:spcAft>
                <a:spcPts val="0"/>
              </a:spcAft>
              <a:buSzPts val="1800"/>
              <a:buChar char="🞆"/>
              <a:defRPr/>
            </a:lvl2pPr>
            <a:lvl3pPr marL="1371600" lvl="2" indent="-342900" algn="l">
              <a:spcBef>
                <a:spcPts val="600"/>
              </a:spcBef>
              <a:spcAft>
                <a:spcPts val="0"/>
              </a:spcAft>
              <a:buSzPts val="1800"/>
              <a:buChar char="🞆"/>
              <a:defRPr/>
            </a:lvl3pPr>
            <a:lvl4pPr marL="1828800" lvl="3" indent="-342900" algn="l">
              <a:spcBef>
                <a:spcPts val="600"/>
              </a:spcBef>
              <a:spcAft>
                <a:spcPts val="0"/>
              </a:spcAft>
              <a:buSzPts val="1800"/>
              <a:buChar char="🞆"/>
              <a:defRPr/>
            </a:lvl4pPr>
            <a:lvl5pPr marL="2286000" lvl="4" indent="-342900" algn="l">
              <a:spcBef>
                <a:spcPts val="600"/>
              </a:spcBef>
              <a:spcAft>
                <a:spcPts val="0"/>
              </a:spcAft>
              <a:buSzPts val="1800"/>
              <a:buChar char="🞆"/>
              <a:defRPr/>
            </a:lvl5pPr>
            <a:lvl6pPr marL="2743200" lvl="5" indent="-342900" algn="l">
              <a:spcBef>
                <a:spcPts val="600"/>
              </a:spcBef>
              <a:spcAft>
                <a:spcPts val="0"/>
              </a:spcAft>
              <a:buSzPts val="1800"/>
              <a:buChar char="🞆"/>
              <a:defRPr/>
            </a:lvl6pPr>
            <a:lvl7pPr marL="3200400" lvl="6" indent="-342900" algn="l">
              <a:spcBef>
                <a:spcPts val="600"/>
              </a:spcBef>
              <a:spcAft>
                <a:spcPts val="0"/>
              </a:spcAft>
              <a:buSzPts val="1800"/>
              <a:buChar char="🞆"/>
              <a:defRPr/>
            </a:lvl7pPr>
            <a:lvl8pPr marL="3657600" lvl="7" indent="-342900" algn="l">
              <a:spcBef>
                <a:spcPts val="600"/>
              </a:spcBef>
              <a:spcAft>
                <a:spcPts val="0"/>
              </a:spcAft>
              <a:buSzPts val="1800"/>
              <a:buChar char="🞆"/>
              <a:defRPr/>
            </a:lvl8pPr>
            <a:lvl9pPr marL="4114800" lvl="8" indent="-342900" algn="l">
              <a:spcBef>
                <a:spcPts val="600"/>
              </a:spcBef>
              <a:spcAft>
                <a:spcPts val="600"/>
              </a:spcAft>
              <a:buSzPts val="1800"/>
              <a:buChar char="🞆"/>
              <a:defRPr/>
            </a:lvl9pPr>
          </a:lstStyle>
          <a:p>
            <a:endParaRPr/>
          </a:p>
        </p:txBody>
      </p:sp>
      <p:sp>
        <p:nvSpPr>
          <p:cNvPr id="36" name="Google Shape;36;p12"/>
          <p:cNvSpPr txBox="1">
            <a:spLocks noGrp="1"/>
          </p:cNvSpPr>
          <p:nvPr>
            <p:ph type="body" idx="2"/>
          </p:nvPr>
        </p:nvSpPr>
        <p:spPr>
          <a:xfrm>
            <a:off x="6187415" y="2222287"/>
            <a:ext cx="5194583" cy="3638764"/>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lvl1pPr marL="457200" lvl="0" indent="-342900" algn="l">
              <a:spcBef>
                <a:spcPts val="360"/>
              </a:spcBef>
              <a:spcAft>
                <a:spcPts val="0"/>
              </a:spcAft>
              <a:buSzPts val="1800"/>
              <a:buChar char="🞆"/>
              <a:defRPr/>
            </a:lvl1pPr>
            <a:lvl2pPr marL="914400" lvl="1" indent="-342900" algn="l">
              <a:spcBef>
                <a:spcPts val="600"/>
              </a:spcBef>
              <a:spcAft>
                <a:spcPts val="0"/>
              </a:spcAft>
              <a:buSzPts val="1800"/>
              <a:buChar char="🞆"/>
              <a:defRPr/>
            </a:lvl2pPr>
            <a:lvl3pPr marL="1371600" lvl="2" indent="-342900" algn="l">
              <a:spcBef>
                <a:spcPts val="600"/>
              </a:spcBef>
              <a:spcAft>
                <a:spcPts val="0"/>
              </a:spcAft>
              <a:buSzPts val="1800"/>
              <a:buChar char="🞆"/>
              <a:defRPr/>
            </a:lvl3pPr>
            <a:lvl4pPr marL="1828800" lvl="3" indent="-342900" algn="l">
              <a:spcBef>
                <a:spcPts val="600"/>
              </a:spcBef>
              <a:spcAft>
                <a:spcPts val="0"/>
              </a:spcAft>
              <a:buSzPts val="1800"/>
              <a:buChar char="🞆"/>
              <a:defRPr/>
            </a:lvl4pPr>
            <a:lvl5pPr marL="2286000" lvl="4" indent="-342900" algn="l">
              <a:spcBef>
                <a:spcPts val="600"/>
              </a:spcBef>
              <a:spcAft>
                <a:spcPts val="0"/>
              </a:spcAft>
              <a:buSzPts val="1800"/>
              <a:buChar char="🞆"/>
              <a:defRPr/>
            </a:lvl5pPr>
            <a:lvl6pPr marL="2743200" lvl="5" indent="-342900" algn="l">
              <a:spcBef>
                <a:spcPts val="600"/>
              </a:spcBef>
              <a:spcAft>
                <a:spcPts val="0"/>
              </a:spcAft>
              <a:buSzPts val="1800"/>
              <a:buChar char="🞆"/>
              <a:defRPr/>
            </a:lvl6pPr>
            <a:lvl7pPr marL="3200400" lvl="6" indent="-342900" algn="l">
              <a:spcBef>
                <a:spcPts val="600"/>
              </a:spcBef>
              <a:spcAft>
                <a:spcPts val="0"/>
              </a:spcAft>
              <a:buSzPts val="1800"/>
              <a:buChar char="🞆"/>
              <a:defRPr/>
            </a:lvl7pPr>
            <a:lvl8pPr marL="3657600" lvl="7" indent="-342900" algn="l">
              <a:spcBef>
                <a:spcPts val="600"/>
              </a:spcBef>
              <a:spcAft>
                <a:spcPts val="0"/>
              </a:spcAft>
              <a:buSzPts val="1800"/>
              <a:buChar char="🞆"/>
              <a:defRPr/>
            </a:lvl8pPr>
            <a:lvl9pPr marL="4114800" lvl="8" indent="-342900" algn="l">
              <a:spcBef>
                <a:spcPts val="600"/>
              </a:spcBef>
              <a:spcAft>
                <a:spcPts val="600"/>
              </a:spcAft>
              <a:buSzPts val="1800"/>
              <a:buChar char="🞆"/>
              <a:defRPr/>
            </a:lvl9pPr>
          </a:lstStyle>
          <a:p>
            <a:endParaRPr/>
          </a:p>
        </p:txBody>
      </p:sp>
      <p:sp>
        <p:nvSpPr>
          <p:cNvPr id="37" name="Google Shape;37;p12"/>
          <p:cNvSpPr txBox="1">
            <a:spLocks noGrp="1"/>
          </p:cNvSpPr>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12"/>
          <p:cNvSpPr txBox="1">
            <a:spLocks noGrp="1"/>
          </p:cNvSpPr>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2"/>
          <p:cNvSpPr txBox="1">
            <a:spLocks noGrp="1"/>
          </p:cNvSpPr>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13"/>
          <p:cNvSpPr/>
          <p:nvPr/>
        </p:nvSpPr>
        <p:spPr>
          <a:xfrm>
            <a:off x="0" y="0"/>
            <a:ext cx="12192000" cy="2185988"/>
          </a:xfrm>
          <a:custGeom>
            <a:avLst/>
            <a:gdLst/>
            <a:ahLst/>
            <a:cxnLst/>
            <a:rect l="l" t="t" r="r" b="b"/>
            <a:pathLst>
              <a:path w="5760" h="1377" extrusionOk="0">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blipFill rotWithShape="1">
            <a:blip r:embed="rId2">
              <a:alphaModFix/>
            </a:blip>
            <a:tile tx="0" ty="0" sx="100000" sy="100000" flip="none" algn="tl"/>
          </a:blipFill>
          <a:ln w="9525" cap="rnd" cmpd="sng">
            <a:solidFill>
              <a:schemeClr val="accent1"/>
            </a:solidFill>
            <a:prstDash val="solid"/>
            <a:round/>
            <a:headEnd type="none" w="sm" len="sm"/>
            <a:tailEnd type="none" w="sm" len="sm"/>
          </a:ln>
        </p:spPr>
      </p:sp>
      <p:sp>
        <p:nvSpPr>
          <p:cNvPr id="42" name="Google Shape;42;p13"/>
          <p:cNvSpPr txBox="1">
            <a:spLocks noGrp="1"/>
          </p:cNvSpPr>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lvl1pPr lvl="0" algn="l">
              <a:spcBef>
                <a:spcPts val="0"/>
              </a:spcBef>
              <a:spcAft>
                <a:spcPts val="0"/>
              </a:spcAft>
              <a:buClr>
                <a:srgbClr val="FEFEFE"/>
              </a:buClr>
              <a:buSzPts val="4000"/>
              <a:buFont typeface="Century Gothic"/>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13"/>
          <p:cNvSpPr txBox="1">
            <a:spLocks noGrp="1"/>
          </p:cNvSpPr>
          <p:nvPr>
            <p:ph type="body" idx="1"/>
          </p:nvPr>
        </p:nvSpPr>
        <p:spPr>
          <a:xfrm>
            <a:off x="814728" y="2174875"/>
            <a:ext cx="5189857" cy="576262"/>
          </a:xfrm>
          <a:prstGeom prst="rect">
            <a:avLst/>
          </a:prstGeom>
          <a:noFill/>
          <a:ln>
            <a:noFill/>
          </a:ln>
          <a:effectLst>
            <a:outerShdw blurRad="50800">
              <a:srgbClr val="000000">
                <a:alpha val="40000"/>
              </a:srgbClr>
            </a:outerShdw>
          </a:effectLst>
        </p:spPr>
        <p:txBody>
          <a:bodyPr spcFirstLastPara="1" wrap="square" lIns="91425" tIns="45700" rIns="91425" bIns="45700" anchor="b" anchorCtr="0">
            <a:noAutofit/>
          </a:bodyPr>
          <a:lstStyle>
            <a:lvl1pPr marL="457200" lvl="0" indent="-228600" algn="ctr">
              <a:spcBef>
                <a:spcPts val="400"/>
              </a:spcBef>
              <a:spcAft>
                <a:spcPts val="0"/>
              </a:spcAft>
              <a:buSzPts val="2000"/>
              <a:buNone/>
              <a:defRPr sz="2000" b="0"/>
            </a:lvl1pPr>
            <a:lvl2pPr marL="914400" lvl="1" indent="-228600" algn="l">
              <a:spcBef>
                <a:spcPts val="600"/>
              </a:spcBef>
              <a:spcAft>
                <a:spcPts val="0"/>
              </a:spcAft>
              <a:buSzPts val="2000"/>
              <a:buNone/>
              <a:defRPr sz="2000" b="1"/>
            </a:lvl2pPr>
            <a:lvl3pPr marL="1371600" lvl="2" indent="-228600" algn="l">
              <a:spcBef>
                <a:spcPts val="600"/>
              </a:spcBef>
              <a:spcAft>
                <a:spcPts val="0"/>
              </a:spcAft>
              <a:buSzPts val="1800"/>
              <a:buNone/>
              <a:defRPr sz="1800" b="1"/>
            </a:lvl3pPr>
            <a:lvl4pPr marL="1828800" lvl="3" indent="-228600" algn="l">
              <a:spcBef>
                <a:spcPts val="600"/>
              </a:spcBef>
              <a:spcAft>
                <a:spcPts val="0"/>
              </a:spcAft>
              <a:buSzPts val="1600"/>
              <a:buNone/>
              <a:defRPr sz="1600" b="1"/>
            </a:lvl4pPr>
            <a:lvl5pPr marL="2286000" lvl="4" indent="-228600" algn="l">
              <a:spcBef>
                <a:spcPts val="600"/>
              </a:spcBef>
              <a:spcAft>
                <a:spcPts val="0"/>
              </a:spcAft>
              <a:buSzPts val="1600"/>
              <a:buNone/>
              <a:defRPr sz="1600" b="1"/>
            </a:lvl5pPr>
            <a:lvl6pPr marL="2743200" lvl="5" indent="-228600" algn="l">
              <a:spcBef>
                <a:spcPts val="600"/>
              </a:spcBef>
              <a:spcAft>
                <a:spcPts val="0"/>
              </a:spcAft>
              <a:buSzPts val="1600"/>
              <a:buNone/>
              <a:defRPr sz="1600" b="1"/>
            </a:lvl6pPr>
            <a:lvl7pPr marL="3200400" lvl="6" indent="-228600" algn="l">
              <a:spcBef>
                <a:spcPts val="600"/>
              </a:spcBef>
              <a:spcAft>
                <a:spcPts val="0"/>
              </a:spcAft>
              <a:buSzPts val="1600"/>
              <a:buNone/>
              <a:defRPr sz="1600" b="1"/>
            </a:lvl7pPr>
            <a:lvl8pPr marL="3657600" lvl="7" indent="-228600" algn="l">
              <a:spcBef>
                <a:spcPts val="600"/>
              </a:spcBef>
              <a:spcAft>
                <a:spcPts val="0"/>
              </a:spcAft>
              <a:buSzPts val="1600"/>
              <a:buNone/>
              <a:defRPr sz="1600" b="1"/>
            </a:lvl8pPr>
            <a:lvl9pPr marL="4114800" lvl="8" indent="-228600" algn="l">
              <a:spcBef>
                <a:spcPts val="600"/>
              </a:spcBef>
              <a:spcAft>
                <a:spcPts val="600"/>
              </a:spcAft>
              <a:buSzPts val="1600"/>
              <a:buNone/>
              <a:defRPr sz="1600" b="1"/>
            </a:lvl9pPr>
          </a:lstStyle>
          <a:p>
            <a:endParaRPr/>
          </a:p>
        </p:txBody>
      </p:sp>
      <p:sp>
        <p:nvSpPr>
          <p:cNvPr id="44" name="Google Shape;44;p13"/>
          <p:cNvSpPr txBox="1">
            <a:spLocks noGrp="1"/>
          </p:cNvSpPr>
          <p:nvPr>
            <p:ph type="body" idx="2"/>
          </p:nvPr>
        </p:nvSpPr>
        <p:spPr>
          <a:xfrm>
            <a:off x="814729" y="2751138"/>
            <a:ext cx="5189856" cy="3109913"/>
          </a:xfrm>
          <a:prstGeom prst="rect">
            <a:avLst/>
          </a:prstGeom>
          <a:noFill/>
          <a:ln>
            <a:noFill/>
          </a:ln>
          <a:effectLst>
            <a:outerShdw blurRad="50800">
              <a:srgbClr val="000000">
                <a:alpha val="40000"/>
              </a:srgbClr>
            </a:outerShdw>
          </a:effectLst>
        </p:spPr>
        <p:txBody>
          <a:bodyPr spcFirstLastPara="1" wrap="square" lIns="91425" tIns="45700" rIns="91425" bIns="45700" anchor="t" anchorCtr="0">
            <a:normAutofit/>
          </a:bodyPr>
          <a:lstStyle>
            <a:lvl1pPr marL="457200" lvl="0" indent="-342900" algn="l">
              <a:spcBef>
                <a:spcPts val="360"/>
              </a:spcBef>
              <a:spcAft>
                <a:spcPts val="0"/>
              </a:spcAft>
              <a:buSzPts val="1800"/>
              <a:buChar char="🞆"/>
              <a:defRPr/>
            </a:lvl1pPr>
            <a:lvl2pPr marL="914400" lvl="1" indent="-342900" algn="l">
              <a:spcBef>
                <a:spcPts val="600"/>
              </a:spcBef>
              <a:spcAft>
                <a:spcPts val="0"/>
              </a:spcAft>
              <a:buSzPts val="1800"/>
              <a:buChar char="🞆"/>
              <a:defRPr/>
            </a:lvl2pPr>
            <a:lvl3pPr marL="1371600" lvl="2" indent="-342900" algn="l">
              <a:spcBef>
                <a:spcPts val="600"/>
              </a:spcBef>
              <a:spcAft>
                <a:spcPts val="0"/>
              </a:spcAft>
              <a:buSzPts val="1800"/>
              <a:buChar char="🞆"/>
              <a:defRPr/>
            </a:lvl3pPr>
            <a:lvl4pPr marL="1828800" lvl="3" indent="-342900" algn="l">
              <a:spcBef>
                <a:spcPts val="600"/>
              </a:spcBef>
              <a:spcAft>
                <a:spcPts val="0"/>
              </a:spcAft>
              <a:buSzPts val="1800"/>
              <a:buChar char="🞆"/>
              <a:defRPr/>
            </a:lvl4pPr>
            <a:lvl5pPr marL="2286000" lvl="4" indent="-342900" algn="l">
              <a:spcBef>
                <a:spcPts val="600"/>
              </a:spcBef>
              <a:spcAft>
                <a:spcPts val="0"/>
              </a:spcAft>
              <a:buSzPts val="1800"/>
              <a:buChar char="🞆"/>
              <a:defRPr/>
            </a:lvl5pPr>
            <a:lvl6pPr marL="2743200" lvl="5" indent="-342900" algn="l">
              <a:spcBef>
                <a:spcPts val="600"/>
              </a:spcBef>
              <a:spcAft>
                <a:spcPts val="0"/>
              </a:spcAft>
              <a:buSzPts val="1800"/>
              <a:buChar char="🞆"/>
              <a:defRPr/>
            </a:lvl6pPr>
            <a:lvl7pPr marL="3200400" lvl="6" indent="-342900" algn="l">
              <a:spcBef>
                <a:spcPts val="600"/>
              </a:spcBef>
              <a:spcAft>
                <a:spcPts val="0"/>
              </a:spcAft>
              <a:buSzPts val="1800"/>
              <a:buChar char="🞆"/>
              <a:defRPr/>
            </a:lvl7pPr>
            <a:lvl8pPr marL="3657600" lvl="7" indent="-342900" algn="l">
              <a:spcBef>
                <a:spcPts val="600"/>
              </a:spcBef>
              <a:spcAft>
                <a:spcPts val="0"/>
              </a:spcAft>
              <a:buSzPts val="1800"/>
              <a:buChar char="🞆"/>
              <a:defRPr/>
            </a:lvl8pPr>
            <a:lvl9pPr marL="4114800" lvl="8" indent="-342900" algn="l">
              <a:spcBef>
                <a:spcPts val="600"/>
              </a:spcBef>
              <a:spcAft>
                <a:spcPts val="600"/>
              </a:spcAft>
              <a:buSzPts val="1800"/>
              <a:buChar char="🞆"/>
              <a:defRPr/>
            </a:lvl9pPr>
          </a:lstStyle>
          <a:p>
            <a:endParaRPr/>
          </a:p>
        </p:txBody>
      </p:sp>
      <p:sp>
        <p:nvSpPr>
          <p:cNvPr id="45" name="Google Shape;45;p13"/>
          <p:cNvSpPr txBox="1">
            <a:spLocks noGrp="1"/>
          </p:cNvSpPr>
          <p:nvPr>
            <p:ph type="body" idx="3"/>
          </p:nvPr>
        </p:nvSpPr>
        <p:spPr>
          <a:xfrm>
            <a:off x="6187415" y="2174875"/>
            <a:ext cx="5194583" cy="576262"/>
          </a:xfrm>
          <a:prstGeom prst="rect">
            <a:avLst/>
          </a:prstGeom>
          <a:noFill/>
          <a:ln>
            <a:noFill/>
          </a:ln>
          <a:effectLst>
            <a:outerShdw blurRad="50800">
              <a:srgbClr val="000000">
                <a:alpha val="40000"/>
              </a:srgbClr>
            </a:outerShdw>
          </a:effectLst>
        </p:spPr>
        <p:txBody>
          <a:bodyPr spcFirstLastPara="1" wrap="square" lIns="91425" tIns="45700" rIns="91425" bIns="45700" anchor="b" anchorCtr="0">
            <a:noAutofit/>
          </a:bodyPr>
          <a:lstStyle>
            <a:lvl1pPr marL="457200" lvl="0" indent="-228600" algn="ctr">
              <a:spcBef>
                <a:spcPts val="400"/>
              </a:spcBef>
              <a:spcAft>
                <a:spcPts val="0"/>
              </a:spcAft>
              <a:buSzPts val="2000"/>
              <a:buNone/>
              <a:defRPr sz="2000" b="0"/>
            </a:lvl1pPr>
            <a:lvl2pPr marL="914400" lvl="1" indent="-228600" algn="l">
              <a:spcBef>
                <a:spcPts val="600"/>
              </a:spcBef>
              <a:spcAft>
                <a:spcPts val="0"/>
              </a:spcAft>
              <a:buSzPts val="2000"/>
              <a:buNone/>
              <a:defRPr sz="2000" b="1"/>
            </a:lvl2pPr>
            <a:lvl3pPr marL="1371600" lvl="2" indent="-228600" algn="l">
              <a:spcBef>
                <a:spcPts val="600"/>
              </a:spcBef>
              <a:spcAft>
                <a:spcPts val="0"/>
              </a:spcAft>
              <a:buSzPts val="1800"/>
              <a:buNone/>
              <a:defRPr sz="1800" b="1"/>
            </a:lvl3pPr>
            <a:lvl4pPr marL="1828800" lvl="3" indent="-228600" algn="l">
              <a:spcBef>
                <a:spcPts val="600"/>
              </a:spcBef>
              <a:spcAft>
                <a:spcPts val="0"/>
              </a:spcAft>
              <a:buSzPts val="1600"/>
              <a:buNone/>
              <a:defRPr sz="1600" b="1"/>
            </a:lvl4pPr>
            <a:lvl5pPr marL="2286000" lvl="4" indent="-228600" algn="l">
              <a:spcBef>
                <a:spcPts val="600"/>
              </a:spcBef>
              <a:spcAft>
                <a:spcPts val="0"/>
              </a:spcAft>
              <a:buSzPts val="1600"/>
              <a:buNone/>
              <a:defRPr sz="1600" b="1"/>
            </a:lvl5pPr>
            <a:lvl6pPr marL="2743200" lvl="5" indent="-228600" algn="l">
              <a:spcBef>
                <a:spcPts val="600"/>
              </a:spcBef>
              <a:spcAft>
                <a:spcPts val="0"/>
              </a:spcAft>
              <a:buSzPts val="1600"/>
              <a:buNone/>
              <a:defRPr sz="1600" b="1"/>
            </a:lvl6pPr>
            <a:lvl7pPr marL="3200400" lvl="6" indent="-228600" algn="l">
              <a:spcBef>
                <a:spcPts val="600"/>
              </a:spcBef>
              <a:spcAft>
                <a:spcPts val="0"/>
              </a:spcAft>
              <a:buSzPts val="1600"/>
              <a:buNone/>
              <a:defRPr sz="1600" b="1"/>
            </a:lvl7pPr>
            <a:lvl8pPr marL="3657600" lvl="7" indent="-228600" algn="l">
              <a:spcBef>
                <a:spcPts val="600"/>
              </a:spcBef>
              <a:spcAft>
                <a:spcPts val="0"/>
              </a:spcAft>
              <a:buSzPts val="1600"/>
              <a:buNone/>
              <a:defRPr sz="1600" b="1"/>
            </a:lvl8pPr>
            <a:lvl9pPr marL="4114800" lvl="8" indent="-228600" algn="l">
              <a:spcBef>
                <a:spcPts val="600"/>
              </a:spcBef>
              <a:spcAft>
                <a:spcPts val="600"/>
              </a:spcAft>
              <a:buSzPts val="1600"/>
              <a:buNone/>
              <a:defRPr sz="1600" b="1"/>
            </a:lvl9pPr>
          </a:lstStyle>
          <a:p>
            <a:endParaRPr/>
          </a:p>
        </p:txBody>
      </p:sp>
      <p:sp>
        <p:nvSpPr>
          <p:cNvPr id="46" name="Google Shape;46;p13"/>
          <p:cNvSpPr txBox="1">
            <a:spLocks noGrp="1"/>
          </p:cNvSpPr>
          <p:nvPr>
            <p:ph type="body" idx="4"/>
          </p:nvPr>
        </p:nvSpPr>
        <p:spPr>
          <a:xfrm>
            <a:off x="6187415" y="2751138"/>
            <a:ext cx="5194583" cy="3109913"/>
          </a:xfrm>
          <a:prstGeom prst="rect">
            <a:avLst/>
          </a:prstGeom>
          <a:noFill/>
          <a:ln>
            <a:noFill/>
          </a:ln>
          <a:effectLst>
            <a:outerShdw blurRad="50800">
              <a:srgbClr val="000000">
                <a:alpha val="40000"/>
              </a:srgbClr>
            </a:outerShdw>
          </a:effectLst>
        </p:spPr>
        <p:txBody>
          <a:bodyPr spcFirstLastPara="1" wrap="square" lIns="91425" tIns="45700" rIns="91425" bIns="45700" anchor="t" anchorCtr="0">
            <a:normAutofit/>
          </a:bodyPr>
          <a:lstStyle>
            <a:lvl1pPr marL="457200" lvl="0" indent="-342900" algn="l">
              <a:spcBef>
                <a:spcPts val="360"/>
              </a:spcBef>
              <a:spcAft>
                <a:spcPts val="0"/>
              </a:spcAft>
              <a:buSzPts val="1800"/>
              <a:buChar char="🞆"/>
              <a:defRPr/>
            </a:lvl1pPr>
            <a:lvl2pPr marL="914400" lvl="1" indent="-342900" algn="l">
              <a:spcBef>
                <a:spcPts val="600"/>
              </a:spcBef>
              <a:spcAft>
                <a:spcPts val="0"/>
              </a:spcAft>
              <a:buSzPts val="1800"/>
              <a:buChar char="🞆"/>
              <a:defRPr/>
            </a:lvl2pPr>
            <a:lvl3pPr marL="1371600" lvl="2" indent="-342900" algn="l">
              <a:spcBef>
                <a:spcPts val="600"/>
              </a:spcBef>
              <a:spcAft>
                <a:spcPts val="0"/>
              </a:spcAft>
              <a:buSzPts val="1800"/>
              <a:buChar char="🞆"/>
              <a:defRPr/>
            </a:lvl3pPr>
            <a:lvl4pPr marL="1828800" lvl="3" indent="-342900" algn="l">
              <a:spcBef>
                <a:spcPts val="600"/>
              </a:spcBef>
              <a:spcAft>
                <a:spcPts val="0"/>
              </a:spcAft>
              <a:buSzPts val="1800"/>
              <a:buChar char="🞆"/>
              <a:defRPr/>
            </a:lvl4pPr>
            <a:lvl5pPr marL="2286000" lvl="4" indent="-342900" algn="l">
              <a:spcBef>
                <a:spcPts val="600"/>
              </a:spcBef>
              <a:spcAft>
                <a:spcPts val="0"/>
              </a:spcAft>
              <a:buSzPts val="1800"/>
              <a:buChar char="🞆"/>
              <a:defRPr/>
            </a:lvl5pPr>
            <a:lvl6pPr marL="2743200" lvl="5" indent="-342900" algn="l">
              <a:spcBef>
                <a:spcPts val="600"/>
              </a:spcBef>
              <a:spcAft>
                <a:spcPts val="0"/>
              </a:spcAft>
              <a:buSzPts val="1800"/>
              <a:buChar char="🞆"/>
              <a:defRPr/>
            </a:lvl6pPr>
            <a:lvl7pPr marL="3200400" lvl="6" indent="-342900" algn="l">
              <a:spcBef>
                <a:spcPts val="600"/>
              </a:spcBef>
              <a:spcAft>
                <a:spcPts val="0"/>
              </a:spcAft>
              <a:buSzPts val="1800"/>
              <a:buChar char="🞆"/>
              <a:defRPr/>
            </a:lvl7pPr>
            <a:lvl8pPr marL="3657600" lvl="7" indent="-342900" algn="l">
              <a:spcBef>
                <a:spcPts val="600"/>
              </a:spcBef>
              <a:spcAft>
                <a:spcPts val="0"/>
              </a:spcAft>
              <a:buSzPts val="1800"/>
              <a:buChar char="🞆"/>
              <a:defRPr/>
            </a:lvl8pPr>
            <a:lvl9pPr marL="4114800" lvl="8" indent="-342900" algn="l">
              <a:spcBef>
                <a:spcPts val="600"/>
              </a:spcBef>
              <a:spcAft>
                <a:spcPts val="600"/>
              </a:spcAft>
              <a:buSzPts val="1800"/>
              <a:buChar char="🞆"/>
              <a:defRPr/>
            </a:lvl9pPr>
          </a:lstStyle>
          <a:p>
            <a:endParaRPr/>
          </a:p>
        </p:txBody>
      </p:sp>
      <p:sp>
        <p:nvSpPr>
          <p:cNvPr id="47" name="Google Shape;47;p13"/>
          <p:cNvSpPr txBox="1">
            <a:spLocks noGrp="1"/>
          </p:cNvSpPr>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3"/>
          <p:cNvSpPr txBox="1">
            <a:spLocks noGrp="1"/>
          </p:cNvSpPr>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13"/>
          <p:cNvSpPr txBox="1">
            <a:spLocks noGrp="1"/>
          </p:cNvSpPr>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0"/>
        <p:cNvGrpSpPr/>
        <p:nvPr/>
      </p:nvGrpSpPr>
      <p:grpSpPr>
        <a:xfrm>
          <a:off x="0" y="0"/>
          <a:ext cx="0" cy="0"/>
          <a:chOff x="0" y="0"/>
          <a:chExt cx="0" cy="0"/>
        </a:xfrm>
      </p:grpSpPr>
      <p:sp>
        <p:nvSpPr>
          <p:cNvPr id="51" name="Google Shape;51;p14"/>
          <p:cNvSpPr/>
          <p:nvPr/>
        </p:nvSpPr>
        <p:spPr>
          <a:xfrm>
            <a:off x="0" y="0"/>
            <a:ext cx="12192000" cy="2185988"/>
          </a:xfrm>
          <a:custGeom>
            <a:avLst/>
            <a:gdLst/>
            <a:ahLst/>
            <a:cxnLst/>
            <a:rect l="l" t="t" r="r" b="b"/>
            <a:pathLst>
              <a:path w="5760" h="1377" extrusionOk="0">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blipFill rotWithShape="1">
            <a:blip r:embed="rId2">
              <a:alphaModFix/>
            </a:blip>
            <a:tile tx="0" ty="0" sx="100000" sy="100000" flip="none" algn="tl"/>
          </a:blipFill>
          <a:ln w="9525" cap="rnd" cmpd="sng">
            <a:solidFill>
              <a:schemeClr val="accent1"/>
            </a:solidFill>
            <a:prstDash val="solid"/>
            <a:round/>
            <a:headEnd type="none" w="sm" len="sm"/>
            <a:tailEnd type="none" w="sm" len="sm"/>
          </a:ln>
        </p:spPr>
      </p:sp>
      <p:sp>
        <p:nvSpPr>
          <p:cNvPr id="52" name="Google Shape;52;p14"/>
          <p:cNvSpPr txBox="1">
            <a:spLocks noGrp="1"/>
          </p:cNvSpPr>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lvl1pPr lvl="0" algn="l">
              <a:spcBef>
                <a:spcPts val="0"/>
              </a:spcBef>
              <a:spcAft>
                <a:spcPts val="0"/>
              </a:spcAft>
              <a:buClr>
                <a:srgbClr val="FEFEFE"/>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4"/>
          <p:cNvSpPr txBox="1">
            <a:spLocks noGrp="1"/>
          </p:cNvSpPr>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14"/>
          <p:cNvSpPr txBox="1">
            <a:spLocks noGrp="1"/>
          </p:cNvSpPr>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14"/>
          <p:cNvSpPr txBox="1">
            <a:spLocks noGrp="1"/>
          </p:cNvSpPr>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15"/>
          <p:cNvSpPr txBox="1">
            <a:spLocks noGrp="1"/>
          </p:cNvSpPr>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15"/>
          <p:cNvSpPr txBox="1">
            <a:spLocks noGrp="1"/>
          </p:cNvSpPr>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15"/>
          <p:cNvSpPr txBox="1">
            <a:spLocks noGrp="1"/>
          </p:cNvSpPr>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16"/>
          <p:cNvSpPr/>
          <p:nvPr/>
        </p:nvSpPr>
        <p:spPr>
          <a:xfrm>
            <a:off x="1073151" y="446087"/>
            <a:ext cx="3547533" cy="1814651"/>
          </a:xfrm>
          <a:custGeom>
            <a:avLst/>
            <a:gdLst/>
            <a:ahLst/>
            <a:cxnLst/>
            <a:rect l="l" t="t" r="r" b="b"/>
            <a:pathLst>
              <a:path w="3384" h="2308" extrusionOk="0">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blipFill rotWithShape="1">
            <a:blip r:embed="rId2">
              <a:alphaModFix/>
            </a:blip>
            <a:tile tx="0" ty="0" sx="100000" sy="100000" flip="none" algn="tl"/>
          </a:blipFill>
          <a:ln w="9525" cap="rnd" cmpd="sng">
            <a:solidFill>
              <a:schemeClr val="accent1"/>
            </a:solidFill>
            <a:prstDash val="solid"/>
            <a:round/>
            <a:headEnd type="none" w="sm" len="sm"/>
            <a:tailEnd type="none" w="sm" len="sm"/>
          </a:ln>
        </p:spPr>
      </p:sp>
      <p:sp>
        <p:nvSpPr>
          <p:cNvPr id="62" name="Google Shape;62;p16"/>
          <p:cNvSpPr txBox="1">
            <a:spLocks noGrp="1"/>
          </p:cNvSpPr>
          <p:nvPr>
            <p:ph type="title"/>
          </p:nvPr>
        </p:nvSpPr>
        <p:spPr>
          <a:xfrm>
            <a:off x="1073151" y="446088"/>
            <a:ext cx="3547533" cy="1618396"/>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lvl1pPr lvl="0" algn="l">
              <a:spcBef>
                <a:spcPts val="0"/>
              </a:spcBef>
              <a:spcAft>
                <a:spcPts val="0"/>
              </a:spcAft>
              <a:buClr>
                <a:srgbClr val="FEFEFE"/>
              </a:buClr>
              <a:buSzPts val="2000"/>
              <a:buFont typeface="Century Gothic"/>
              <a:buNone/>
              <a:defRPr sz="2000" b="1"/>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16"/>
          <p:cNvSpPr txBox="1">
            <a:spLocks noGrp="1"/>
          </p:cNvSpPr>
          <p:nvPr>
            <p:ph type="body" idx="1"/>
          </p:nvPr>
        </p:nvSpPr>
        <p:spPr>
          <a:xfrm>
            <a:off x="4855633" y="446088"/>
            <a:ext cx="6252633" cy="5414963"/>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lvl1pPr marL="457200" lvl="0" indent="-342900" algn="l">
              <a:spcBef>
                <a:spcPts val="360"/>
              </a:spcBef>
              <a:spcAft>
                <a:spcPts val="0"/>
              </a:spcAft>
              <a:buSzPts val="1800"/>
              <a:buChar char="🞆"/>
              <a:defRPr/>
            </a:lvl1pPr>
            <a:lvl2pPr marL="914400" lvl="1" indent="-342900" algn="l">
              <a:spcBef>
                <a:spcPts val="600"/>
              </a:spcBef>
              <a:spcAft>
                <a:spcPts val="0"/>
              </a:spcAft>
              <a:buSzPts val="1800"/>
              <a:buChar char="🞆"/>
              <a:defRPr/>
            </a:lvl2pPr>
            <a:lvl3pPr marL="1371600" lvl="2" indent="-342900" algn="l">
              <a:spcBef>
                <a:spcPts val="600"/>
              </a:spcBef>
              <a:spcAft>
                <a:spcPts val="0"/>
              </a:spcAft>
              <a:buSzPts val="1800"/>
              <a:buChar char="🞆"/>
              <a:defRPr/>
            </a:lvl3pPr>
            <a:lvl4pPr marL="1828800" lvl="3" indent="-342900" algn="l">
              <a:spcBef>
                <a:spcPts val="600"/>
              </a:spcBef>
              <a:spcAft>
                <a:spcPts val="0"/>
              </a:spcAft>
              <a:buSzPts val="1800"/>
              <a:buChar char="🞆"/>
              <a:defRPr/>
            </a:lvl4pPr>
            <a:lvl5pPr marL="2286000" lvl="4" indent="-342900" algn="l">
              <a:spcBef>
                <a:spcPts val="600"/>
              </a:spcBef>
              <a:spcAft>
                <a:spcPts val="0"/>
              </a:spcAft>
              <a:buSzPts val="1800"/>
              <a:buChar char="🞆"/>
              <a:defRPr/>
            </a:lvl5pPr>
            <a:lvl6pPr marL="2743200" lvl="5" indent="-342900" algn="l">
              <a:spcBef>
                <a:spcPts val="600"/>
              </a:spcBef>
              <a:spcAft>
                <a:spcPts val="0"/>
              </a:spcAft>
              <a:buSzPts val="1800"/>
              <a:buChar char="🞆"/>
              <a:defRPr/>
            </a:lvl6pPr>
            <a:lvl7pPr marL="3200400" lvl="6" indent="-342900" algn="l">
              <a:spcBef>
                <a:spcPts val="600"/>
              </a:spcBef>
              <a:spcAft>
                <a:spcPts val="0"/>
              </a:spcAft>
              <a:buSzPts val="1800"/>
              <a:buChar char="🞆"/>
              <a:defRPr/>
            </a:lvl7pPr>
            <a:lvl8pPr marL="3657600" lvl="7" indent="-342900" algn="l">
              <a:spcBef>
                <a:spcPts val="600"/>
              </a:spcBef>
              <a:spcAft>
                <a:spcPts val="0"/>
              </a:spcAft>
              <a:buSzPts val="1800"/>
              <a:buChar char="🞆"/>
              <a:defRPr/>
            </a:lvl8pPr>
            <a:lvl9pPr marL="4114800" lvl="8" indent="-342900" algn="l">
              <a:spcBef>
                <a:spcPts val="600"/>
              </a:spcBef>
              <a:spcAft>
                <a:spcPts val="600"/>
              </a:spcAft>
              <a:buSzPts val="1800"/>
              <a:buChar char="🞆"/>
              <a:defRPr/>
            </a:lvl9pPr>
          </a:lstStyle>
          <a:p>
            <a:endParaRPr/>
          </a:p>
        </p:txBody>
      </p:sp>
      <p:sp>
        <p:nvSpPr>
          <p:cNvPr id="64" name="Google Shape;64;p16"/>
          <p:cNvSpPr txBox="1">
            <a:spLocks noGrp="1"/>
          </p:cNvSpPr>
          <p:nvPr>
            <p:ph type="body" idx="2"/>
          </p:nvPr>
        </p:nvSpPr>
        <p:spPr>
          <a:xfrm>
            <a:off x="1073151" y="2260738"/>
            <a:ext cx="3547533" cy="3600311"/>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lvl1pPr marL="457200" lvl="0" indent="-228600" algn="l">
              <a:spcBef>
                <a:spcPts val="280"/>
              </a:spcBef>
              <a:spcAft>
                <a:spcPts val="0"/>
              </a:spcAft>
              <a:buSzPts val="1400"/>
              <a:buNone/>
              <a:defRPr sz="1400"/>
            </a:lvl1pPr>
            <a:lvl2pPr marL="914400" lvl="1" indent="-228600" algn="l">
              <a:spcBef>
                <a:spcPts val="600"/>
              </a:spcBef>
              <a:spcAft>
                <a:spcPts val="0"/>
              </a:spcAft>
              <a:buSzPts val="1200"/>
              <a:buNone/>
              <a:defRPr sz="1200"/>
            </a:lvl2pPr>
            <a:lvl3pPr marL="1371600" lvl="2" indent="-228600" algn="l">
              <a:spcBef>
                <a:spcPts val="600"/>
              </a:spcBef>
              <a:spcAft>
                <a:spcPts val="0"/>
              </a:spcAft>
              <a:buSzPts val="1000"/>
              <a:buNone/>
              <a:defRPr sz="1000"/>
            </a:lvl3pPr>
            <a:lvl4pPr marL="1828800" lvl="3" indent="-228600" algn="l">
              <a:spcBef>
                <a:spcPts val="600"/>
              </a:spcBef>
              <a:spcAft>
                <a:spcPts val="0"/>
              </a:spcAft>
              <a:buSzPts val="900"/>
              <a:buNone/>
              <a:defRPr sz="900"/>
            </a:lvl4pPr>
            <a:lvl5pPr marL="2286000" lvl="4" indent="-228600" algn="l">
              <a:spcBef>
                <a:spcPts val="600"/>
              </a:spcBef>
              <a:spcAft>
                <a:spcPts val="0"/>
              </a:spcAft>
              <a:buSzPts val="900"/>
              <a:buNone/>
              <a:defRPr sz="900"/>
            </a:lvl5pPr>
            <a:lvl6pPr marL="2743200" lvl="5" indent="-228600" algn="l">
              <a:spcBef>
                <a:spcPts val="600"/>
              </a:spcBef>
              <a:spcAft>
                <a:spcPts val="0"/>
              </a:spcAft>
              <a:buSzPts val="900"/>
              <a:buNone/>
              <a:defRPr sz="900"/>
            </a:lvl6pPr>
            <a:lvl7pPr marL="3200400" lvl="6" indent="-228600" algn="l">
              <a:spcBef>
                <a:spcPts val="600"/>
              </a:spcBef>
              <a:spcAft>
                <a:spcPts val="0"/>
              </a:spcAft>
              <a:buSzPts val="900"/>
              <a:buNone/>
              <a:defRPr sz="900"/>
            </a:lvl7pPr>
            <a:lvl8pPr marL="3657600" lvl="7" indent="-228600" algn="l">
              <a:spcBef>
                <a:spcPts val="600"/>
              </a:spcBef>
              <a:spcAft>
                <a:spcPts val="0"/>
              </a:spcAft>
              <a:buSzPts val="900"/>
              <a:buNone/>
              <a:defRPr sz="900"/>
            </a:lvl8pPr>
            <a:lvl9pPr marL="4114800" lvl="8" indent="-228600" algn="l">
              <a:spcBef>
                <a:spcPts val="600"/>
              </a:spcBef>
              <a:spcAft>
                <a:spcPts val="600"/>
              </a:spcAft>
              <a:buSzPts val="900"/>
              <a:buNone/>
              <a:defRPr sz="900"/>
            </a:lvl9pPr>
          </a:lstStyle>
          <a:p>
            <a:endParaRPr/>
          </a:p>
        </p:txBody>
      </p:sp>
      <p:sp>
        <p:nvSpPr>
          <p:cNvPr id="65" name="Google Shape;65;p16"/>
          <p:cNvSpPr txBox="1">
            <a:spLocks noGrp="1"/>
          </p:cNvSpPr>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6"/>
          <p:cNvSpPr txBox="1">
            <a:spLocks noGrp="1"/>
          </p:cNvSpPr>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6"/>
          <p:cNvSpPr txBox="1">
            <a:spLocks noGrp="1"/>
          </p:cNvSpPr>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8"/>
        <p:cNvGrpSpPr/>
        <p:nvPr/>
      </p:nvGrpSpPr>
      <p:grpSpPr>
        <a:xfrm>
          <a:off x="0" y="0"/>
          <a:ext cx="0" cy="0"/>
          <a:chOff x="0" y="0"/>
          <a:chExt cx="0" cy="0"/>
        </a:xfrm>
      </p:grpSpPr>
      <p:sp>
        <p:nvSpPr>
          <p:cNvPr id="69" name="Google Shape;69;p17"/>
          <p:cNvSpPr txBox="1">
            <a:spLocks noGrp="1"/>
          </p:cNvSpPr>
          <p:nvPr>
            <p:ph type="title"/>
          </p:nvPr>
        </p:nvSpPr>
        <p:spPr>
          <a:xfrm>
            <a:off x="814728" y="727522"/>
            <a:ext cx="4852988" cy="1617163"/>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rmAutofit/>
          </a:bodyPr>
          <a:lstStyle>
            <a:lvl1pPr lvl="0" algn="l">
              <a:spcBef>
                <a:spcPts val="0"/>
              </a:spcBef>
              <a:spcAft>
                <a:spcPts val="0"/>
              </a:spcAft>
              <a:buClr>
                <a:srgbClr val="FEFEFE"/>
              </a:buClr>
              <a:buSzPts val="2400"/>
              <a:buFont typeface="Century Gothic"/>
              <a:buNone/>
              <a:defRPr sz="24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7"/>
          <p:cNvSpPr>
            <a:spLocks noGrp="1"/>
          </p:cNvSpPr>
          <p:nvPr>
            <p:ph type="pic" idx="2"/>
          </p:nvPr>
        </p:nvSpPr>
        <p:spPr>
          <a:xfrm>
            <a:off x="6098117" y="0"/>
            <a:ext cx="6093883" cy="6858000"/>
          </a:xfrm>
          <a:prstGeom prst="rect">
            <a:avLst/>
          </a:prstGeom>
          <a:noFill/>
          <a:ln w="9525" cap="flat" cmpd="sng">
            <a:solidFill>
              <a:schemeClr val="lt2"/>
            </a:solidFill>
            <a:prstDash val="solid"/>
            <a:round/>
            <a:headEnd type="none" w="sm" len="sm"/>
            <a:tailEnd type="none" w="sm" len="sm"/>
          </a:ln>
        </p:spPr>
      </p:sp>
      <p:sp>
        <p:nvSpPr>
          <p:cNvPr id="71" name="Google Shape;71;p17"/>
          <p:cNvSpPr txBox="1">
            <a:spLocks noGrp="1"/>
          </p:cNvSpPr>
          <p:nvPr>
            <p:ph type="body" idx="1"/>
          </p:nvPr>
        </p:nvSpPr>
        <p:spPr>
          <a:xfrm>
            <a:off x="814728" y="2344684"/>
            <a:ext cx="4852988" cy="3516365"/>
          </a:xfrm>
          <a:prstGeom prst="rect">
            <a:avLst/>
          </a:prstGeom>
          <a:noFill/>
          <a:ln>
            <a:noFill/>
          </a:ln>
          <a:effectLst>
            <a:outerShdw blurRad="50800">
              <a:srgbClr val="000000">
                <a:alpha val="40000"/>
              </a:srgbClr>
            </a:outerShdw>
          </a:effectLst>
        </p:spPr>
        <p:txBody>
          <a:bodyPr spcFirstLastPara="1" wrap="square" lIns="91425" tIns="45700" rIns="91425" bIns="45700" anchor="t" anchorCtr="0">
            <a:normAutofit/>
          </a:bodyPr>
          <a:lstStyle>
            <a:lvl1pPr marL="457200" lvl="0" indent="-228600" algn="l">
              <a:spcBef>
                <a:spcPts val="240"/>
              </a:spcBef>
              <a:spcAft>
                <a:spcPts val="0"/>
              </a:spcAft>
              <a:buSzPts val="1200"/>
              <a:buNone/>
              <a:defRPr sz="1200"/>
            </a:lvl1pPr>
            <a:lvl2pPr marL="914400" lvl="1" indent="-228600" algn="l">
              <a:spcBef>
                <a:spcPts val="600"/>
              </a:spcBef>
              <a:spcAft>
                <a:spcPts val="0"/>
              </a:spcAft>
              <a:buSzPts val="1200"/>
              <a:buNone/>
              <a:defRPr sz="1200"/>
            </a:lvl2pPr>
            <a:lvl3pPr marL="1371600" lvl="2" indent="-228600" algn="l">
              <a:spcBef>
                <a:spcPts val="600"/>
              </a:spcBef>
              <a:spcAft>
                <a:spcPts val="0"/>
              </a:spcAft>
              <a:buSzPts val="1000"/>
              <a:buNone/>
              <a:defRPr sz="1000"/>
            </a:lvl3pPr>
            <a:lvl4pPr marL="1828800" lvl="3" indent="-228600" algn="l">
              <a:spcBef>
                <a:spcPts val="600"/>
              </a:spcBef>
              <a:spcAft>
                <a:spcPts val="0"/>
              </a:spcAft>
              <a:buSzPts val="900"/>
              <a:buNone/>
              <a:defRPr sz="900"/>
            </a:lvl4pPr>
            <a:lvl5pPr marL="2286000" lvl="4" indent="-228600" algn="l">
              <a:spcBef>
                <a:spcPts val="600"/>
              </a:spcBef>
              <a:spcAft>
                <a:spcPts val="0"/>
              </a:spcAft>
              <a:buSzPts val="900"/>
              <a:buNone/>
              <a:defRPr sz="900"/>
            </a:lvl5pPr>
            <a:lvl6pPr marL="2743200" lvl="5" indent="-228600" algn="l">
              <a:spcBef>
                <a:spcPts val="600"/>
              </a:spcBef>
              <a:spcAft>
                <a:spcPts val="0"/>
              </a:spcAft>
              <a:buSzPts val="900"/>
              <a:buNone/>
              <a:defRPr sz="900"/>
            </a:lvl6pPr>
            <a:lvl7pPr marL="3200400" lvl="6" indent="-228600" algn="l">
              <a:spcBef>
                <a:spcPts val="600"/>
              </a:spcBef>
              <a:spcAft>
                <a:spcPts val="0"/>
              </a:spcAft>
              <a:buSzPts val="900"/>
              <a:buNone/>
              <a:defRPr sz="900"/>
            </a:lvl7pPr>
            <a:lvl8pPr marL="3657600" lvl="7" indent="-228600" algn="l">
              <a:spcBef>
                <a:spcPts val="600"/>
              </a:spcBef>
              <a:spcAft>
                <a:spcPts val="0"/>
              </a:spcAft>
              <a:buSzPts val="900"/>
              <a:buNone/>
              <a:defRPr sz="900"/>
            </a:lvl8pPr>
            <a:lvl9pPr marL="4114800" lvl="8" indent="-228600" algn="l">
              <a:spcBef>
                <a:spcPts val="600"/>
              </a:spcBef>
              <a:spcAft>
                <a:spcPts val="600"/>
              </a:spcAft>
              <a:buSzPts val="900"/>
              <a:buNone/>
              <a:defRPr sz="900"/>
            </a:lvl9pPr>
          </a:lstStyle>
          <a:p>
            <a:endParaRPr/>
          </a:p>
        </p:txBody>
      </p:sp>
      <p:sp>
        <p:nvSpPr>
          <p:cNvPr id="72" name="Google Shape;72;p17"/>
          <p:cNvSpPr txBox="1">
            <a:spLocks noGrp="1"/>
          </p:cNvSpPr>
          <p:nvPr>
            <p:ph type="dt" idx="10"/>
          </p:nvPr>
        </p:nvSpPr>
        <p:spPr>
          <a:xfrm>
            <a:off x="3885810" y="6041362"/>
            <a:ext cx="976879" cy="365125"/>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7"/>
          <p:cNvSpPr txBox="1">
            <a:spLocks noGrp="1"/>
          </p:cNvSpPr>
          <p:nvPr>
            <p:ph type="ftr" idx="11"/>
          </p:nvPr>
        </p:nvSpPr>
        <p:spPr>
          <a:xfrm>
            <a:off x="590396" y="6041362"/>
            <a:ext cx="3295413" cy="365125"/>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17"/>
          <p:cNvSpPr txBox="1">
            <a:spLocks noGrp="1"/>
          </p:cNvSpPr>
          <p:nvPr>
            <p:ph type="sldNum" idx="12"/>
          </p:nvPr>
        </p:nvSpPr>
        <p:spPr>
          <a:xfrm>
            <a:off x="4862689" y="5915888"/>
            <a:ext cx="1062155" cy="490599"/>
          </a:xfrm>
          <a:prstGeom prst="rect">
            <a:avLst/>
          </a:prstGeom>
          <a:noFill/>
          <a:ln>
            <a:noFill/>
          </a:ln>
        </p:spPr>
        <p:txBody>
          <a:bodyPr spcFirstLastPara="1" wrap="square" lIns="91425" tIns="45700" rIns="91425" bIns="108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anoramic Picture with Caption">
  <p:cSld name="Panoramic Picture with Caption">
    <p:spTree>
      <p:nvGrpSpPr>
        <p:cNvPr id="1" name="Shape 75"/>
        <p:cNvGrpSpPr/>
        <p:nvPr/>
      </p:nvGrpSpPr>
      <p:grpSpPr>
        <a:xfrm>
          <a:off x="0" y="0"/>
          <a:ext cx="0" cy="0"/>
          <a:chOff x="0" y="0"/>
          <a:chExt cx="0" cy="0"/>
        </a:xfrm>
      </p:grpSpPr>
      <p:sp>
        <p:nvSpPr>
          <p:cNvPr id="76" name="Google Shape;76;p18"/>
          <p:cNvSpPr txBox="1">
            <a:spLocks noGrp="1"/>
          </p:cNvSpPr>
          <p:nvPr>
            <p:ph type="title"/>
          </p:nvPr>
        </p:nvSpPr>
        <p:spPr>
          <a:xfrm>
            <a:off x="810000" y="4800600"/>
            <a:ext cx="10561418" cy="566738"/>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rmAutofit/>
          </a:bodyPr>
          <a:lstStyle>
            <a:lvl1pPr lvl="0" algn="l">
              <a:spcBef>
                <a:spcPts val="0"/>
              </a:spcBef>
              <a:spcAft>
                <a:spcPts val="0"/>
              </a:spcAft>
              <a:buClr>
                <a:srgbClr val="FEFEFE"/>
              </a:buClr>
              <a:buSzPts val="2400"/>
              <a:buFont typeface="Century Gothic"/>
              <a:buNone/>
              <a:defRPr sz="24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8"/>
          <p:cNvSpPr>
            <a:spLocks noGrp="1"/>
          </p:cNvSpPr>
          <p:nvPr>
            <p:ph type="pic" idx="2"/>
          </p:nvPr>
        </p:nvSpPr>
        <p:spPr>
          <a:xfrm>
            <a:off x="0" y="0"/>
            <a:ext cx="12192000" cy="4800600"/>
          </a:xfrm>
          <a:prstGeom prst="rect">
            <a:avLst/>
          </a:prstGeom>
          <a:noFill/>
          <a:ln w="9525" cap="rnd" cmpd="sng">
            <a:solidFill>
              <a:schemeClr val="lt2"/>
            </a:solidFill>
            <a:prstDash val="solid"/>
            <a:round/>
            <a:headEnd type="none" w="sm" len="sm"/>
            <a:tailEnd type="none" w="sm" len="sm"/>
          </a:ln>
          <a:effectLst>
            <a:outerShdw blurRad="50800">
              <a:srgbClr val="000000">
                <a:alpha val="40000"/>
              </a:srgbClr>
            </a:outerShdw>
          </a:effectLst>
        </p:spPr>
      </p:sp>
      <p:sp>
        <p:nvSpPr>
          <p:cNvPr id="78" name="Google Shape;78;p18"/>
          <p:cNvSpPr txBox="1">
            <a:spLocks noGrp="1"/>
          </p:cNvSpPr>
          <p:nvPr>
            <p:ph type="body" idx="1"/>
          </p:nvPr>
        </p:nvSpPr>
        <p:spPr>
          <a:xfrm>
            <a:off x="810000" y="5367338"/>
            <a:ext cx="10561418" cy="493712"/>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lvl1pPr marL="457200" lvl="0" indent="-228600" algn="l">
              <a:spcBef>
                <a:spcPts val="240"/>
              </a:spcBef>
              <a:spcAft>
                <a:spcPts val="0"/>
              </a:spcAft>
              <a:buSzPts val="1200"/>
              <a:buNone/>
              <a:defRPr sz="1200"/>
            </a:lvl1pPr>
            <a:lvl2pPr marL="914400" lvl="1" indent="-228600" algn="l">
              <a:spcBef>
                <a:spcPts val="600"/>
              </a:spcBef>
              <a:spcAft>
                <a:spcPts val="0"/>
              </a:spcAft>
              <a:buSzPts val="1200"/>
              <a:buNone/>
              <a:defRPr sz="1200"/>
            </a:lvl2pPr>
            <a:lvl3pPr marL="1371600" lvl="2" indent="-228600" algn="l">
              <a:spcBef>
                <a:spcPts val="600"/>
              </a:spcBef>
              <a:spcAft>
                <a:spcPts val="0"/>
              </a:spcAft>
              <a:buSzPts val="1000"/>
              <a:buNone/>
              <a:defRPr sz="1000"/>
            </a:lvl3pPr>
            <a:lvl4pPr marL="1828800" lvl="3" indent="-228600" algn="l">
              <a:spcBef>
                <a:spcPts val="600"/>
              </a:spcBef>
              <a:spcAft>
                <a:spcPts val="0"/>
              </a:spcAft>
              <a:buSzPts val="900"/>
              <a:buNone/>
              <a:defRPr sz="900"/>
            </a:lvl4pPr>
            <a:lvl5pPr marL="2286000" lvl="4" indent="-228600" algn="l">
              <a:spcBef>
                <a:spcPts val="600"/>
              </a:spcBef>
              <a:spcAft>
                <a:spcPts val="0"/>
              </a:spcAft>
              <a:buSzPts val="900"/>
              <a:buNone/>
              <a:defRPr sz="900"/>
            </a:lvl5pPr>
            <a:lvl6pPr marL="2743200" lvl="5" indent="-228600" algn="l">
              <a:spcBef>
                <a:spcPts val="600"/>
              </a:spcBef>
              <a:spcAft>
                <a:spcPts val="0"/>
              </a:spcAft>
              <a:buSzPts val="900"/>
              <a:buNone/>
              <a:defRPr sz="900"/>
            </a:lvl6pPr>
            <a:lvl7pPr marL="3200400" lvl="6" indent="-228600" algn="l">
              <a:spcBef>
                <a:spcPts val="600"/>
              </a:spcBef>
              <a:spcAft>
                <a:spcPts val="0"/>
              </a:spcAft>
              <a:buSzPts val="900"/>
              <a:buNone/>
              <a:defRPr sz="900"/>
            </a:lvl7pPr>
            <a:lvl8pPr marL="3657600" lvl="7" indent="-228600" algn="l">
              <a:spcBef>
                <a:spcPts val="600"/>
              </a:spcBef>
              <a:spcAft>
                <a:spcPts val="0"/>
              </a:spcAft>
              <a:buSzPts val="900"/>
              <a:buNone/>
              <a:defRPr sz="900"/>
            </a:lvl8pPr>
            <a:lvl9pPr marL="4114800" lvl="8" indent="-228600" algn="l">
              <a:spcBef>
                <a:spcPts val="600"/>
              </a:spcBef>
              <a:spcAft>
                <a:spcPts val="600"/>
              </a:spcAft>
              <a:buSzPts val="900"/>
              <a:buNone/>
              <a:defRPr sz="900"/>
            </a:lvl9pPr>
          </a:lstStyle>
          <a:p>
            <a:endParaRPr/>
          </a:p>
        </p:txBody>
      </p:sp>
      <p:sp>
        <p:nvSpPr>
          <p:cNvPr id="79" name="Google Shape;79;p18"/>
          <p:cNvSpPr txBox="1">
            <a:spLocks noGrp="1"/>
          </p:cNvSpPr>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18"/>
          <p:cNvSpPr txBox="1">
            <a:spLocks noGrp="1"/>
          </p:cNvSpPr>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1" name="Google Shape;81;p18"/>
          <p:cNvSpPr txBox="1">
            <a:spLocks noGrp="1"/>
          </p:cNvSpPr>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Quote with Caption">
  <p:cSld name="Quote with Caption">
    <p:spTree>
      <p:nvGrpSpPr>
        <p:cNvPr id="1" name="Shape 82"/>
        <p:cNvGrpSpPr/>
        <p:nvPr/>
      </p:nvGrpSpPr>
      <p:grpSpPr>
        <a:xfrm>
          <a:off x="0" y="0"/>
          <a:ext cx="0" cy="0"/>
          <a:chOff x="0" y="0"/>
          <a:chExt cx="0" cy="0"/>
        </a:xfrm>
      </p:grpSpPr>
      <p:sp>
        <p:nvSpPr>
          <p:cNvPr id="83" name="Google Shape;83;p19"/>
          <p:cNvSpPr/>
          <p:nvPr/>
        </p:nvSpPr>
        <p:spPr>
          <a:xfrm>
            <a:off x="631697" y="1081456"/>
            <a:ext cx="6332416" cy="3239188"/>
          </a:xfrm>
          <a:custGeom>
            <a:avLst/>
            <a:gdLst/>
            <a:ahLst/>
            <a:cxnLst/>
            <a:rect l="l" t="t" r="r" b="b"/>
            <a:pathLst>
              <a:path w="3384" h="2308" extrusionOk="0">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blipFill rotWithShape="1">
            <a:blip r:embed="rId2">
              <a:alphaModFix/>
            </a:blip>
            <a:tile tx="0" ty="0" sx="100000" sy="100000" flip="none" algn="tl"/>
          </a:blipFill>
          <a:ln w="9525" cap="rnd" cmpd="sng">
            <a:solidFill>
              <a:schemeClr val="accent1"/>
            </a:solidFill>
            <a:prstDash val="solid"/>
            <a:round/>
            <a:headEnd type="none" w="sm" len="sm"/>
            <a:tailEnd type="none" w="sm" len="sm"/>
          </a:ln>
        </p:spPr>
      </p:sp>
      <p:sp>
        <p:nvSpPr>
          <p:cNvPr id="84" name="Google Shape;84;p19"/>
          <p:cNvSpPr txBox="1">
            <a:spLocks noGrp="1"/>
          </p:cNvSpPr>
          <p:nvPr>
            <p:ph type="title"/>
          </p:nvPr>
        </p:nvSpPr>
        <p:spPr>
          <a:xfrm>
            <a:off x="850985" y="1238502"/>
            <a:ext cx="5893840" cy="2645912"/>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lvl1pPr lvl="0" algn="l">
              <a:spcBef>
                <a:spcPts val="0"/>
              </a:spcBef>
              <a:spcAft>
                <a:spcPts val="0"/>
              </a:spcAft>
              <a:buClr>
                <a:srgbClr val="FEFEFE"/>
              </a:buClr>
              <a:buSzPts val="4200"/>
              <a:buFont typeface="Century Gothic"/>
              <a:buNone/>
              <a:defRPr sz="4200" b="1"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19"/>
          <p:cNvSpPr txBox="1">
            <a:spLocks noGrp="1"/>
          </p:cNvSpPr>
          <p:nvPr>
            <p:ph type="body" idx="1"/>
          </p:nvPr>
        </p:nvSpPr>
        <p:spPr>
          <a:xfrm>
            <a:off x="853190" y="4443680"/>
            <a:ext cx="5891636" cy="713241"/>
          </a:xfrm>
          <a:prstGeom prst="rect">
            <a:avLst/>
          </a:prstGeom>
          <a:noFill/>
          <a:ln>
            <a:noFill/>
          </a:ln>
          <a:effectLst>
            <a:outerShdw blurRad="50800">
              <a:srgbClr val="000000">
                <a:alpha val="40000"/>
              </a:srgbClr>
            </a:outerShdw>
          </a:effectLst>
        </p:spPr>
        <p:txBody>
          <a:bodyPr spcFirstLastPara="1" wrap="square" lIns="91425" tIns="45700" rIns="91425" bIns="45700" anchor="t" anchorCtr="0">
            <a:noAutofit/>
          </a:bodyPr>
          <a:lstStyle>
            <a:lvl1pPr marL="457200" lvl="0" indent="-228600" algn="l">
              <a:spcBef>
                <a:spcPts val="360"/>
              </a:spcBef>
              <a:spcAft>
                <a:spcPts val="0"/>
              </a:spcAft>
              <a:buSzPts val="1800"/>
              <a:buNone/>
              <a:defRPr sz="1800">
                <a:solidFill>
                  <a:schemeClr val="lt1"/>
                </a:solidFill>
              </a:defRPr>
            </a:lvl1pPr>
            <a:lvl2pPr marL="914400" lvl="1" indent="-228600" algn="l">
              <a:spcBef>
                <a:spcPts val="600"/>
              </a:spcBef>
              <a:spcAft>
                <a:spcPts val="0"/>
              </a:spcAft>
              <a:buSzPts val="1800"/>
              <a:buNone/>
              <a:defRPr sz="1800">
                <a:solidFill>
                  <a:schemeClr val="lt1"/>
                </a:solidFill>
              </a:defRPr>
            </a:lvl2pPr>
            <a:lvl3pPr marL="1371600" lvl="2" indent="-228600" algn="l">
              <a:spcBef>
                <a:spcPts val="600"/>
              </a:spcBef>
              <a:spcAft>
                <a:spcPts val="0"/>
              </a:spcAft>
              <a:buSzPts val="1600"/>
              <a:buNone/>
              <a:defRPr sz="1600">
                <a:solidFill>
                  <a:schemeClr val="lt1"/>
                </a:solidFill>
              </a:defRPr>
            </a:lvl3pPr>
            <a:lvl4pPr marL="1828800" lvl="3" indent="-228600" algn="l">
              <a:spcBef>
                <a:spcPts val="600"/>
              </a:spcBef>
              <a:spcAft>
                <a:spcPts val="0"/>
              </a:spcAft>
              <a:buSzPts val="1400"/>
              <a:buNone/>
              <a:defRPr sz="1400">
                <a:solidFill>
                  <a:schemeClr val="lt1"/>
                </a:solidFill>
              </a:defRPr>
            </a:lvl4pPr>
            <a:lvl5pPr marL="2286000" lvl="4" indent="-228600" algn="l">
              <a:spcBef>
                <a:spcPts val="600"/>
              </a:spcBef>
              <a:spcAft>
                <a:spcPts val="0"/>
              </a:spcAft>
              <a:buSzPts val="1400"/>
              <a:buNone/>
              <a:defRPr sz="1400">
                <a:solidFill>
                  <a:schemeClr val="lt1"/>
                </a:solidFill>
              </a:defRPr>
            </a:lvl5pPr>
            <a:lvl6pPr marL="2743200" lvl="5" indent="-228600" algn="l">
              <a:spcBef>
                <a:spcPts val="600"/>
              </a:spcBef>
              <a:spcAft>
                <a:spcPts val="0"/>
              </a:spcAft>
              <a:buSzPts val="1400"/>
              <a:buNone/>
              <a:defRPr sz="1400">
                <a:solidFill>
                  <a:schemeClr val="lt1"/>
                </a:solidFill>
              </a:defRPr>
            </a:lvl6pPr>
            <a:lvl7pPr marL="3200400" lvl="6" indent="-228600" algn="l">
              <a:spcBef>
                <a:spcPts val="600"/>
              </a:spcBef>
              <a:spcAft>
                <a:spcPts val="0"/>
              </a:spcAft>
              <a:buSzPts val="1400"/>
              <a:buNone/>
              <a:defRPr sz="1400">
                <a:solidFill>
                  <a:schemeClr val="lt1"/>
                </a:solidFill>
              </a:defRPr>
            </a:lvl7pPr>
            <a:lvl8pPr marL="3657600" lvl="7" indent="-228600" algn="l">
              <a:spcBef>
                <a:spcPts val="600"/>
              </a:spcBef>
              <a:spcAft>
                <a:spcPts val="0"/>
              </a:spcAft>
              <a:buSzPts val="1400"/>
              <a:buNone/>
              <a:defRPr sz="1400">
                <a:solidFill>
                  <a:schemeClr val="lt1"/>
                </a:solidFill>
              </a:defRPr>
            </a:lvl8pPr>
            <a:lvl9pPr marL="4114800" lvl="8" indent="-228600" algn="l">
              <a:spcBef>
                <a:spcPts val="600"/>
              </a:spcBef>
              <a:spcAft>
                <a:spcPts val="600"/>
              </a:spcAft>
              <a:buSzPts val="1400"/>
              <a:buNone/>
              <a:defRPr sz="1400">
                <a:solidFill>
                  <a:schemeClr val="lt1"/>
                </a:solidFill>
              </a:defRPr>
            </a:lvl9pPr>
          </a:lstStyle>
          <a:p>
            <a:endParaRPr/>
          </a:p>
        </p:txBody>
      </p:sp>
      <p:sp>
        <p:nvSpPr>
          <p:cNvPr id="86" name="Google Shape;86;p19"/>
          <p:cNvSpPr txBox="1">
            <a:spLocks noGrp="1"/>
          </p:cNvSpPr>
          <p:nvPr>
            <p:ph type="body" idx="2"/>
          </p:nvPr>
        </p:nvSpPr>
        <p:spPr>
          <a:xfrm>
            <a:off x="7574642" y="1081456"/>
            <a:ext cx="3810001" cy="4075465"/>
          </a:xfrm>
          <a:prstGeom prst="rect">
            <a:avLst/>
          </a:prstGeom>
          <a:noFill/>
          <a:ln>
            <a:noFill/>
          </a:ln>
          <a:effectLst>
            <a:outerShdw blurRad="50800">
              <a:srgbClr val="000000">
                <a:alpha val="40000"/>
              </a:srgbClr>
            </a:outerShdw>
          </a:effectLst>
        </p:spPr>
        <p:txBody>
          <a:bodyPr spcFirstLastPara="1" wrap="square" lIns="91425" tIns="45700" rIns="91425" bIns="45700" anchor="t" anchorCtr="0">
            <a:normAutofit/>
          </a:bodyPr>
          <a:lstStyle>
            <a:lvl1pPr marL="457200" lvl="0" indent="-228600" algn="l">
              <a:spcBef>
                <a:spcPts val="360"/>
              </a:spcBef>
              <a:spcAft>
                <a:spcPts val="0"/>
              </a:spcAft>
              <a:buSzPts val="1800"/>
              <a:buFont typeface="Century Gothic"/>
              <a:buNone/>
              <a:defRPr/>
            </a:lvl1pPr>
            <a:lvl2pPr marL="914400" lvl="1" indent="-342900" algn="l">
              <a:spcBef>
                <a:spcPts val="600"/>
              </a:spcBef>
              <a:spcAft>
                <a:spcPts val="0"/>
              </a:spcAft>
              <a:buSzPts val="1800"/>
              <a:buChar char="🞆"/>
              <a:defRPr/>
            </a:lvl2pPr>
            <a:lvl3pPr marL="1371600" lvl="2" indent="-342900" algn="l">
              <a:spcBef>
                <a:spcPts val="600"/>
              </a:spcBef>
              <a:spcAft>
                <a:spcPts val="0"/>
              </a:spcAft>
              <a:buSzPts val="1800"/>
              <a:buChar char="🞆"/>
              <a:defRPr/>
            </a:lvl3pPr>
            <a:lvl4pPr marL="1828800" lvl="3" indent="-342900" algn="l">
              <a:spcBef>
                <a:spcPts val="600"/>
              </a:spcBef>
              <a:spcAft>
                <a:spcPts val="0"/>
              </a:spcAft>
              <a:buSzPts val="1800"/>
              <a:buChar char="🞆"/>
              <a:defRPr/>
            </a:lvl4pPr>
            <a:lvl5pPr marL="2286000" lvl="4" indent="-342900" algn="l">
              <a:spcBef>
                <a:spcPts val="600"/>
              </a:spcBef>
              <a:spcAft>
                <a:spcPts val="0"/>
              </a:spcAft>
              <a:buSzPts val="1800"/>
              <a:buChar char="🞆"/>
              <a:defRPr/>
            </a:lvl5pPr>
            <a:lvl6pPr marL="2743200" lvl="5" indent="-342900" algn="l">
              <a:spcBef>
                <a:spcPts val="600"/>
              </a:spcBef>
              <a:spcAft>
                <a:spcPts val="0"/>
              </a:spcAft>
              <a:buSzPts val="1800"/>
              <a:buChar char="🞆"/>
              <a:defRPr/>
            </a:lvl6pPr>
            <a:lvl7pPr marL="3200400" lvl="6" indent="-342900" algn="l">
              <a:spcBef>
                <a:spcPts val="600"/>
              </a:spcBef>
              <a:spcAft>
                <a:spcPts val="0"/>
              </a:spcAft>
              <a:buSzPts val="1800"/>
              <a:buChar char="🞆"/>
              <a:defRPr/>
            </a:lvl7pPr>
            <a:lvl8pPr marL="3657600" lvl="7" indent="-342900" algn="l">
              <a:spcBef>
                <a:spcPts val="600"/>
              </a:spcBef>
              <a:spcAft>
                <a:spcPts val="0"/>
              </a:spcAft>
              <a:buSzPts val="1800"/>
              <a:buChar char="🞆"/>
              <a:defRPr/>
            </a:lvl8pPr>
            <a:lvl9pPr marL="4114800" lvl="8" indent="-342900" algn="l">
              <a:spcBef>
                <a:spcPts val="600"/>
              </a:spcBef>
              <a:spcAft>
                <a:spcPts val="600"/>
              </a:spcAft>
              <a:buSzPts val="1800"/>
              <a:buChar char="🞆"/>
              <a:defRPr/>
            </a:lvl9pPr>
          </a:lstStyle>
          <a:p>
            <a:endParaRPr/>
          </a:p>
        </p:txBody>
      </p:sp>
      <p:sp>
        <p:nvSpPr>
          <p:cNvPr id="87" name="Google Shape;87;p19"/>
          <p:cNvSpPr txBox="1">
            <a:spLocks noGrp="1"/>
          </p:cNvSpPr>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19"/>
          <p:cNvSpPr txBox="1">
            <a:spLocks noGrp="1"/>
          </p:cNvSpPr>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19"/>
          <p:cNvSpPr txBox="1">
            <a:spLocks noGrp="1"/>
          </p:cNvSpPr>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Name Card">
  <p:cSld name="Name Card">
    <p:spTree>
      <p:nvGrpSpPr>
        <p:cNvPr id="1" name="Shape 90"/>
        <p:cNvGrpSpPr/>
        <p:nvPr/>
      </p:nvGrpSpPr>
      <p:grpSpPr>
        <a:xfrm>
          <a:off x="0" y="0"/>
          <a:ext cx="0" cy="0"/>
          <a:chOff x="0" y="0"/>
          <a:chExt cx="0" cy="0"/>
        </a:xfrm>
      </p:grpSpPr>
      <p:sp>
        <p:nvSpPr>
          <p:cNvPr id="91" name="Google Shape;91;p20"/>
          <p:cNvSpPr/>
          <p:nvPr/>
        </p:nvSpPr>
        <p:spPr>
          <a:xfrm>
            <a:off x="1140884" y="2286585"/>
            <a:ext cx="4895115" cy="2503972"/>
          </a:xfrm>
          <a:custGeom>
            <a:avLst/>
            <a:gdLst/>
            <a:ahLst/>
            <a:cxnLst/>
            <a:rect l="l" t="t" r="r" b="b"/>
            <a:pathLst>
              <a:path w="3384" h="2308" extrusionOk="0">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blipFill rotWithShape="1">
            <a:blip r:embed="rId2">
              <a:alphaModFix/>
            </a:blip>
            <a:tile tx="0" ty="0" sx="100000" sy="100000" flip="none" algn="tl"/>
          </a:blipFill>
          <a:ln w="9525" cap="rnd" cmpd="sng">
            <a:solidFill>
              <a:schemeClr val="accent1"/>
            </a:solidFill>
            <a:prstDash val="solid"/>
            <a:round/>
            <a:headEnd type="none" w="sm" len="sm"/>
            <a:tailEnd type="none" w="sm" len="sm"/>
          </a:ln>
        </p:spPr>
      </p:sp>
      <p:sp>
        <p:nvSpPr>
          <p:cNvPr id="92" name="Google Shape;92;p20"/>
          <p:cNvSpPr txBox="1">
            <a:spLocks noGrp="1"/>
          </p:cNvSpPr>
          <p:nvPr>
            <p:ph type="title"/>
          </p:nvPr>
        </p:nvSpPr>
        <p:spPr>
          <a:xfrm>
            <a:off x="1357089" y="2435957"/>
            <a:ext cx="4382521" cy="2007789"/>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lvl1pPr lvl="0" algn="l">
              <a:spcBef>
                <a:spcPts val="0"/>
              </a:spcBef>
              <a:spcAft>
                <a:spcPts val="0"/>
              </a:spcAft>
              <a:buClr>
                <a:srgbClr val="FEFEFE"/>
              </a:buClr>
              <a:buSzPts val="3200"/>
              <a:buFont typeface="Century Gothic"/>
              <a:buNone/>
              <a:defRPr sz="3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p20"/>
          <p:cNvSpPr txBox="1">
            <a:spLocks noGrp="1"/>
          </p:cNvSpPr>
          <p:nvPr>
            <p:ph type="body" idx="1"/>
          </p:nvPr>
        </p:nvSpPr>
        <p:spPr>
          <a:xfrm>
            <a:off x="6156000" y="2286000"/>
            <a:ext cx="4880300" cy="2295525"/>
          </a:xfrm>
          <a:prstGeom prst="rect">
            <a:avLst/>
          </a:prstGeom>
          <a:noFill/>
          <a:ln>
            <a:noFill/>
          </a:ln>
          <a:effectLst>
            <a:outerShdw blurRad="50800">
              <a:srgbClr val="000000">
                <a:alpha val="40000"/>
              </a:srgbClr>
            </a:outerShdw>
          </a:effectLst>
        </p:spPr>
        <p:txBody>
          <a:bodyPr spcFirstLastPara="1" wrap="square" lIns="91425" tIns="45700" rIns="91425" bIns="45700" anchor="t" anchorCtr="0">
            <a:normAutofit/>
          </a:bodyPr>
          <a:lstStyle>
            <a:lvl1pPr marL="457200" lvl="0" indent="-228600" algn="l">
              <a:spcBef>
                <a:spcPts val="360"/>
              </a:spcBef>
              <a:spcAft>
                <a:spcPts val="0"/>
              </a:spcAft>
              <a:buSzPts val="1800"/>
              <a:buFont typeface="Century Gothic"/>
              <a:buNone/>
              <a:defRPr/>
            </a:lvl1pPr>
            <a:lvl2pPr marL="914400" lvl="1" indent="-342900" algn="l">
              <a:spcBef>
                <a:spcPts val="600"/>
              </a:spcBef>
              <a:spcAft>
                <a:spcPts val="0"/>
              </a:spcAft>
              <a:buSzPts val="1800"/>
              <a:buChar char="🞆"/>
              <a:defRPr/>
            </a:lvl2pPr>
            <a:lvl3pPr marL="1371600" lvl="2" indent="-342900" algn="l">
              <a:spcBef>
                <a:spcPts val="600"/>
              </a:spcBef>
              <a:spcAft>
                <a:spcPts val="0"/>
              </a:spcAft>
              <a:buSzPts val="1800"/>
              <a:buChar char="🞆"/>
              <a:defRPr/>
            </a:lvl3pPr>
            <a:lvl4pPr marL="1828800" lvl="3" indent="-342900" algn="l">
              <a:spcBef>
                <a:spcPts val="600"/>
              </a:spcBef>
              <a:spcAft>
                <a:spcPts val="0"/>
              </a:spcAft>
              <a:buSzPts val="1800"/>
              <a:buChar char="🞆"/>
              <a:defRPr/>
            </a:lvl4pPr>
            <a:lvl5pPr marL="2286000" lvl="4" indent="-342900" algn="l">
              <a:spcBef>
                <a:spcPts val="600"/>
              </a:spcBef>
              <a:spcAft>
                <a:spcPts val="0"/>
              </a:spcAft>
              <a:buSzPts val="1800"/>
              <a:buChar char="🞆"/>
              <a:defRPr/>
            </a:lvl5pPr>
            <a:lvl6pPr marL="2743200" lvl="5" indent="-342900" algn="l">
              <a:spcBef>
                <a:spcPts val="600"/>
              </a:spcBef>
              <a:spcAft>
                <a:spcPts val="0"/>
              </a:spcAft>
              <a:buSzPts val="1800"/>
              <a:buChar char="🞆"/>
              <a:defRPr/>
            </a:lvl6pPr>
            <a:lvl7pPr marL="3200400" lvl="6" indent="-342900" algn="l">
              <a:spcBef>
                <a:spcPts val="600"/>
              </a:spcBef>
              <a:spcAft>
                <a:spcPts val="0"/>
              </a:spcAft>
              <a:buSzPts val="1800"/>
              <a:buChar char="🞆"/>
              <a:defRPr/>
            </a:lvl7pPr>
            <a:lvl8pPr marL="3657600" lvl="7" indent="-342900" algn="l">
              <a:spcBef>
                <a:spcPts val="600"/>
              </a:spcBef>
              <a:spcAft>
                <a:spcPts val="0"/>
              </a:spcAft>
              <a:buSzPts val="1800"/>
              <a:buChar char="🞆"/>
              <a:defRPr/>
            </a:lvl8pPr>
            <a:lvl9pPr marL="4114800" lvl="8" indent="-342900" algn="l">
              <a:spcBef>
                <a:spcPts val="600"/>
              </a:spcBef>
              <a:spcAft>
                <a:spcPts val="600"/>
              </a:spcAft>
              <a:buSzPts val="1800"/>
              <a:buChar char="🞆"/>
              <a:defRPr/>
            </a:lvl9pPr>
          </a:lstStyle>
          <a:p>
            <a:endParaRPr/>
          </a:p>
        </p:txBody>
      </p:sp>
      <p:sp>
        <p:nvSpPr>
          <p:cNvPr id="94" name="Google Shape;94;p20"/>
          <p:cNvSpPr txBox="1">
            <a:spLocks noGrp="1"/>
          </p:cNvSpPr>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20"/>
          <p:cNvSpPr txBox="1">
            <a:spLocks noGrp="1"/>
          </p:cNvSpPr>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20"/>
          <p:cNvSpPr txBox="1">
            <a:spLocks noGrp="1"/>
          </p:cNvSpPr>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97"/>
        <p:cNvGrpSpPr/>
        <p:nvPr/>
      </p:nvGrpSpPr>
      <p:grpSpPr>
        <a:xfrm>
          <a:off x="0" y="0"/>
          <a:ext cx="0" cy="0"/>
          <a:chOff x="0" y="0"/>
          <a:chExt cx="0" cy="0"/>
        </a:xfrm>
      </p:grpSpPr>
      <p:sp>
        <p:nvSpPr>
          <p:cNvPr id="98" name="Google Shape;98;p21"/>
          <p:cNvSpPr/>
          <p:nvPr/>
        </p:nvSpPr>
        <p:spPr>
          <a:xfrm>
            <a:off x="0" y="0"/>
            <a:ext cx="12192000" cy="2185988"/>
          </a:xfrm>
          <a:custGeom>
            <a:avLst/>
            <a:gdLst/>
            <a:ahLst/>
            <a:cxnLst/>
            <a:rect l="l" t="t" r="r" b="b"/>
            <a:pathLst>
              <a:path w="5760" h="1377" extrusionOk="0">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blipFill rotWithShape="1">
            <a:blip r:embed="rId2">
              <a:alphaModFix/>
            </a:blip>
            <a:tile tx="0" ty="0" sx="100000" sy="100000" flip="none" algn="tl"/>
          </a:blipFill>
          <a:ln w="9525" cap="rnd" cmpd="sng">
            <a:solidFill>
              <a:schemeClr val="accent1"/>
            </a:solidFill>
            <a:prstDash val="solid"/>
            <a:round/>
            <a:headEnd type="none" w="sm" len="sm"/>
            <a:tailEnd type="none" w="sm" len="sm"/>
          </a:ln>
        </p:spPr>
      </p:sp>
      <p:sp>
        <p:nvSpPr>
          <p:cNvPr id="99" name="Google Shape;99;p21"/>
          <p:cNvSpPr txBox="1">
            <a:spLocks noGrp="1"/>
          </p:cNvSpPr>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lvl1pPr lvl="0" algn="l">
              <a:spcBef>
                <a:spcPts val="0"/>
              </a:spcBef>
              <a:spcAft>
                <a:spcPts val="0"/>
              </a:spcAft>
              <a:buClr>
                <a:srgbClr val="FEFEFE"/>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0" name="Google Shape;100;p21"/>
          <p:cNvSpPr txBox="1">
            <a:spLocks noGrp="1"/>
          </p:cNvSpPr>
          <p:nvPr>
            <p:ph type="body" idx="1"/>
          </p:nvPr>
        </p:nvSpPr>
        <p:spPr>
          <a:xfrm rot="5400000">
            <a:off x="4254444" y="-1260043"/>
            <a:ext cx="3674397" cy="10563285"/>
          </a:xfrm>
          <a:prstGeom prst="rect">
            <a:avLst/>
          </a:prstGeom>
          <a:noFill/>
          <a:ln>
            <a:noFill/>
          </a:ln>
          <a:effectLst>
            <a:outerShdw blurRad="50800">
              <a:srgbClr val="000000">
                <a:alpha val="40000"/>
              </a:srgbClr>
            </a:outerShdw>
          </a:effectLst>
        </p:spPr>
        <p:txBody>
          <a:bodyPr spcFirstLastPara="1" wrap="square" lIns="91425" tIns="45700" rIns="91425" bIns="45700" anchor="t" anchorCtr="0">
            <a:normAutofit/>
          </a:bodyPr>
          <a:lstStyle>
            <a:lvl1pPr marL="457200" lvl="0" indent="-342900" algn="l">
              <a:spcBef>
                <a:spcPts val="360"/>
              </a:spcBef>
              <a:spcAft>
                <a:spcPts val="0"/>
              </a:spcAft>
              <a:buSzPts val="1800"/>
              <a:buChar char="🞆"/>
              <a:defRPr/>
            </a:lvl1pPr>
            <a:lvl2pPr marL="914400" lvl="1" indent="-342900" algn="l">
              <a:spcBef>
                <a:spcPts val="600"/>
              </a:spcBef>
              <a:spcAft>
                <a:spcPts val="0"/>
              </a:spcAft>
              <a:buSzPts val="1800"/>
              <a:buChar char="🞆"/>
              <a:defRPr/>
            </a:lvl2pPr>
            <a:lvl3pPr marL="1371600" lvl="2" indent="-342900" algn="l">
              <a:spcBef>
                <a:spcPts val="600"/>
              </a:spcBef>
              <a:spcAft>
                <a:spcPts val="0"/>
              </a:spcAft>
              <a:buSzPts val="1800"/>
              <a:buChar char="🞆"/>
              <a:defRPr/>
            </a:lvl3pPr>
            <a:lvl4pPr marL="1828800" lvl="3" indent="-342900" algn="l">
              <a:spcBef>
                <a:spcPts val="600"/>
              </a:spcBef>
              <a:spcAft>
                <a:spcPts val="0"/>
              </a:spcAft>
              <a:buSzPts val="1800"/>
              <a:buChar char="🞆"/>
              <a:defRPr/>
            </a:lvl4pPr>
            <a:lvl5pPr marL="2286000" lvl="4" indent="-342900" algn="l">
              <a:spcBef>
                <a:spcPts val="600"/>
              </a:spcBef>
              <a:spcAft>
                <a:spcPts val="0"/>
              </a:spcAft>
              <a:buSzPts val="1800"/>
              <a:buChar char="🞆"/>
              <a:defRPr/>
            </a:lvl5pPr>
            <a:lvl6pPr marL="2743200" lvl="5" indent="-342900" algn="l">
              <a:spcBef>
                <a:spcPts val="600"/>
              </a:spcBef>
              <a:spcAft>
                <a:spcPts val="0"/>
              </a:spcAft>
              <a:buSzPts val="1800"/>
              <a:buChar char="🞆"/>
              <a:defRPr/>
            </a:lvl6pPr>
            <a:lvl7pPr marL="3200400" lvl="6" indent="-342900" algn="l">
              <a:spcBef>
                <a:spcPts val="600"/>
              </a:spcBef>
              <a:spcAft>
                <a:spcPts val="0"/>
              </a:spcAft>
              <a:buSzPts val="1800"/>
              <a:buChar char="🞆"/>
              <a:defRPr/>
            </a:lvl7pPr>
            <a:lvl8pPr marL="3657600" lvl="7" indent="-342900" algn="l">
              <a:spcBef>
                <a:spcPts val="600"/>
              </a:spcBef>
              <a:spcAft>
                <a:spcPts val="0"/>
              </a:spcAft>
              <a:buSzPts val="1800"/>
              <a:buChar char="🞆"/>
              <a:defRPr/>
            </a:lvl8pPr>
            <a:lvl9pPr marL="4114800" lvl="8" indent="-342900" algn="l">
              <a:spcBef>
                <a:spcPts val="600"/>
              </a:spcBef>
              <a:spcAft>
                <a:spcPts val="600"/>
              </a:spcAft>
              <a:buSzPts val="1800"/>
              <a:buChar char="🞆"/>
              <a:defRPr/>
            </a:lvl9pPr>
          </a:lstStyle>
          <a:p>
            <a:endParaRPr/>
          </a:p>
        </p:txBody>
      </p:sp>
      <p:sp>
        <p:nvSpPr>
          <p:cNvPr id="101" name="Google Shape;101;p21"/>
          <p:cNvSpPr txBox="1">
            <a:spLocks noGrp="1"/>
          </p:cNvSpPr>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2" name="Google Shape;102;p21"/>
          <p:cNvSpPr txBox="1">
            <a:spLocks noGrp="1"/>
          </p:cNvSpPr>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3" name="Google Shape;103;p21"/>
          <p:cNvSpPr txBox="1">
            <a:spLocks noGrp="1"/>
          </p:cNvSpPr>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04"/>
        <p:cNvGrpSpPr/>
        <p:nvPr/>
      </p:nvGrpSpPr>
      <p:grpSpPr>
        <a:xfrm>
          <a:off x="0" y="0"/>
          <a:ext cx="0" cy="0"/>
          <a:chOff x="0" y="0"/>
          <a:chExt cx="0" cy="0"/>
        </a:xfrm>
      </p:grpSpPr>
      <p:sp>
        <p:nvSpPr>
          <p:cNvPr id="105" name="Google Shape;105;p22"/>
          <p:cNvSpPr/>
          <p:nvPr/>
        </p:nvSpPr>
        <p:spPr>
          <a:xfrm>
            <a:off x="7669651" y="446089"/>
            <a:ext cx="4522349" cy="5414962"/>
          </a:xfrm>
          <a:custGeom>
            <a:avLst/>
            <a:gdLst/>
            <a:ahLst/>
            <a:cxnLst/>
            <a:rect l="l" t="t" r="r" b="b"/>
            <a:pathLst>
              <a:path w="2879" h="4320" extrusionOk="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blipFill rotWithShape="1">
            <a:blip r:embed="rId2">
              <a:alphaModFix/>
            </a:blip>
            <a:tile tx="0" ty="0" sx="100000" sy="100000" flip="none" algn="tl"/>
          </a:blipFill>
          <a:ln w="9525" cap="rnd" cmpd="sng">
            <a:solidFill>
              <a:schemeClr val="accent1"/>
            </a:solidFill>
            <a:prstDash val="solid"/>
            <a:round/>
            <a:headEnd type="none" w="sm" len="sm"/>
            <a:tailEnd type="none" w="sm" len="sm"/>
          </a:ln>
        </p:spPr>
      </p:sp>
      <p:sp>
        <p:nvSpPr>
          <p:cNvPr id="106" name="Google Shape;106;p22"/>
          <p:cNvSpPr txBox="1">
            <a:spLocks noGrp="1"/>
          </p:cNvSpPr>
          <p:nvPr>
            <p:ph type="title"/>
          </p:nvPr>
        </p:nvSpPr>
        <p:spPr>
          <a:xfrm rot="5400000">
            <a:off x="6863537" y="1906175"/>
            <a:ext cx="5134798" cy="2494791"/>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lvl1pPr lvl="0" algn="l">
              <a:spcBef>
                <a:spcPts val="0"/>
              </a:spcBef>
              <a:spcAft>
                <a:spcPts val="0"/>
              </a:spcAft>
              <a:buClr>
                <a:srgbClr val="FEFEFE"/>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7" name="Google Shape;107;p22"/>
          <p:cNvSpPr txBox="1">
            <a:spLocks noGrp="1"/>
          </p:cNvSpPr>
          <p:nvPr>
            <p:ph type="body" idx="1"/>
          </p:nvPr>
        </p:nvSpPr>
        <p:spPr>
          <a:xfrm rot="5400000">
            <a:off x="1408290" y="-152200"/>
            <a:ext cx="5414962" cy="6611540"/>
          </a:xfrm>
          <a:prstGeom prst="rect">
            <a:avLst/>
          </a:prstGeom>
          <a:noFill/>
          <a:ln>
            <a:noFill/>
          </a:ln>
          <a:effectLst>
            <a:outerShdw blurRad="50800">
              <a:srgbClr val="000000">
                <a:alpha val="40000"/>
              </a:srgbClr>
            </a:outerShdw>
          </a:effectLst>
        </p:spPr>
        <p:txBody>
          <a:bodyPr spcFirstLastPara="1" wrap="square" lIns="91425" tIns="45700" rIns="91425" bIns="45700" anchor="t" anchorCtr="0">
            <a:normAutofit/>
          </a:bodyPr>
          <a:lstStyle>
            <a:lvl1pPr marL="457200" lvl="0" indent="-342900" algn="l">
              <a:spcBef>
                <a:spcPts val="360"/>
              </a:spcBef>
              <a:spcAft>
                <a:spcPts val="0"/>
              </a:spcAft>
              <a:buSzPts val="1800"/>
              <a:buChar char="🞆"/>
              <a:defRPr/>
            </a:lvl1pPr>
            <a:lvl2pPr marL="914400" lvl="1" indent="-342900" algn="l">
              <a:spcBef>
                <a:spcPts val="600"/>
              </a:spcBef>
              <a:spcAft>
                <a:spcPts val="0"/>
              </a:spcAft>
              <a:buSzPts val="1800"/>
              <a:buChar char="🞆"/>
              <a:defRPr/>
            </a:lvl2pPr>
            <a:lvl3pPr marL="1371600" lvl="2" indent="-342900" algn="l">
              <a:spcBef>
                <a:spcPts val="600"/>
              </a:spcBef>
              <a:spcAft>
                <a:spcPts val="0"/>
              </a:spcAft>
              <a:buSzPts val="1800"/>
              <a:buChar char="🞆"/>
              <a:defRPr/>
            </a:lvl3pPr>
            <a:lvl4pPr marL="1828800" lvl="3" indent="-342900" algn="l">
              <a:spcBef>
                <a:spcPts val="600"/>
              </a:spcBef>
              <a:spcAft>
                <a:spcPts val="0"/>
              </a:spcAft>
              <a:buSzPts val="1800"/>
              <a:buChar char="🞆"/>
              <a:defRPr/>
            </a:lvl4pPr>
            <a:lvl5pPr marL="2286000" lvl="4" indent="-342900" algn="l">
              <a:spcBef>
                <a:spcPts val="600"/>
              </a:spcBef>
              <a:spcAft>
                <a:spcPts val="0"/>
              </a:spcAft>
              <a:buSzPts val="1800"/>
              <a:buChar char="🞆"/>
              <a:defRPr/>
            </a:lvl5pPr>
            <a:lvl6pPr marL="2743200" lvl="5" indent="-342900" algn="l">
              <a:spcBef>
                <a:spcPts val="600"/>
              </a:spcBef>
              <a:spcAft>
                <a:spcPts val="0"/>
              </a:spcAft>
              <a:buSzPts val="1800"/>
              <a:buChar char="🞆"/>
              <a:defRPr/>
            </a:lvl6pPr>
            <a:lvl7pPr marL="3200400" lvl="6" indent="-342900" algn="l">
              <a:spcBef>
                <a:spcPts val="600"/>
              </a:spcBef>
              <a:spcAft>
                <a:spcPts val="0"/>
              </a:spcAft>
              <a:buSzPts val="1800"/>
              <a:buChar char="🞆"/>
              <a:defRPr/>
            </a:lvl7pPr>
            <a:lvl8pPr marL="3657600" lvl="7" indent="-342900" algn="l">
              <a:spcBef>
                <a:spcPts val="600"/>
              </a:spcBef>
              <a:spcAft>
                <a:spcPts val="0"/>
              </a:spcAft>
              <a:buSzPts val="1800"/>
              <a:buChar char="🞆"/>
              <a:defRPr/>
            </a:lvl8pPr>
            <a:lvl9pPr marL="4114800" lvl="8" indent="-342900" algn="l">
              <a:spcBef>
                <a:spcPts val="600"/>
              </a:spcBef>
              <a:spcAft>
                <a:spcPts val="600"/>
              </a:spcAft>
              <a:buSzPts val="1800"/>
              <a:buChar char="🞆"/>
              <a:defRPr/>
            </a:lvl9pPr>
          </a:lstStyle>
          <a:p>
            <a:endParaRPr/>
          </a:p>
        </p:txBody>
      </p:sp>
      <p:sp>
        <p:nvSpPr>
          <p:cNvPr id="108" name="Google Shape;108;p22"/>
          <p:cNvSpPr txBox="1">
            <a:spLocks noGrp="1"/>
          </p:cNvSpPr>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9" name="Google Shape;109;p22"/>
          <p:cNvSpPr txBox="1">
            <a:spLocks noGrp="1"/>
          </p:cNvSpPr>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0" name="Google Shape;110;p22"/>
          <p:cNvSpPr txBox="1">
            <a:spLocks noGrp="1"/>
          </p:cNvSpPr>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5"/>
        <p:cNvGrpSpPr/>
        <p:nvPr/>
      </p:nvGrpSpPr>
      <p:grpSpPr>
        <a:xfrm>
          <a:off x="0" y="0"/>
          <a:ext cx="0" cy="0"/>
          <a:chOff x="0" y="0"/>
          <a:chExt cx="0" cy="0"/>
        </a:xfrm>
      </p:grpSpPr>
      <p:sp>
        <p:nvSpPr>
          <p:cNvPr id="6" name="Google Shape;6;p8"/>
          <p:cNvSpPr txBox="1">
            <a:spLocks noGrp="1"/>
          </p:cNvSpPr>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lvl1pPr marR="0" lvl="0" algn="l" rtl="0">
              <a:spcBef>
                <a:spcPts val="0"/>
              </a:spcBef>
              <a:spcAft>
                <a:spcPts val="0"/>
              </a:spcAft>
              <a:buClr>
                <a:srgbClr val="FEFEFE"/>
              </a:buClr>
              <a:buSzPts val="4000"/>
              <a:buFont typeface="Century Gothic"/>
              <a:buNone/>
              <a:defRPr sz="4000" b="1" i="0" u="none" strike="noStrike" cap="none">
                <a:solidFill>
                  <a:srgbClr val="FEFEFE"/>
                </a:solidFill>
                <a:latin typeface="Century Gothic"/>
                <a:ea typeface="Century Gothic"/>
                <a:cs typeface="Century Gothic"/>
                <a:sym typeface="Century Gothic"/>
              </a:defRPr>
            </a:lvl1pPr>
            <a:lvl2pPr marR="0" lvl="1" algn="l" rtl="0">
              <a:spcBef>
                <a:spcPts val="0"/>
              </a:spcBef>
              <a:spcAft>
                <a:spcPts val="0"/>
              </a:spcAft>
              <a:buSzPts val="1400"/>
              <a:buNone/>
              <a:defRPr sz="1800" b="0" i="0" u="none" strike="noStrike" cap="none">
                <a:solidFill>
                  <a:schemeClr val="lt2"/>
                </a:solidFill>
              </a:defRPr>
            </a:lvl2pPr>
            <a:lvl3pPr marR="0" lvl="2" algn="l" rtl="0">
              <a:spcBef>
                <a:spcPts val="0"/>
              </a:spcBef>
              <a:spcAft>
                <a:spcPts val="0"/>
              </a:spcAft>
              <a:buSzPts val="1400"/>
              <a:buNone/>
              <a:defRPr sz="1800" b="0" i="0" u="none" strike="noStrike" cap="none">
                <a:solidFill>
                  <a:schemeClr val="lt2"/>
                </a:solidFill>
              </a:defRPr>
            </a:lvl3pPr>
            <a:lvl4pPr marR="0" lvl="3" algn="l" rtl="0">
              <a:spcBef>
                <a:spcPts val="0"/>
              </a:spcBef>
              <a:spcAft>
                <a:spcPts val="0"/>
              </a:spcAft>
              <a:buSzPts val="1400"/>
              <a:buNone/>
              <a:defRPr sz="1800" b="0" i="0" u="none" strike="noStrike" cap="none">
                <a:solidFill>
                  <a:schemeClr val="lt2"/>
                </a:solidFill>
              </a:defRPr>
            </a:lvl4pPr>
            <a:lvl5pPr marR="0" lvl="4" algn="l" rtl="0">
              <a:spcBef>
                <a:spcPts val="0"/>
              </a:spcBef>
              <a:spcAft>
                <a:spcPts val="0"/>
              </a:spcAft>
              <a:buSzPts val="1400"/>
              <a:buNone/>
              <a:defRPr sz="1800" b="0" i="0" u="none" strike="noStrike" cap="none">
                <a:solidFill>
                  <a:schemeClr val="lt2"/>
                </a:solidFill>
              </a:defRPr>
            </a:lvl5pPr>
            <a:lvl6pPr marR="0" lvl="5" algn="l" rtl="0">
              <a:spcBef>
                <a:spcPts val="0"/>
              </a:spcBef>
              <a:spcAft>
                <a:spcPts val="0"/>
              </a:spcAft>
              <a:buSzPts val="1400"/>
              <a:buNone/>
              <a:defRPr sz="1800" b="0" i="0" u="none" strike="noStrike" cap="none">
                <a:solidFill>
                  <a:schemeClr val="lt2"/>
                </a:solidFill>
              </a:defRPr>
            </a:lvl6pPr>
            <a:lvl7pPr marR="0" lvl="6" algn="l" rtl="0">
              <a:spcBef>
                <a:spcPts val="0"/>
              </a:spcBef>
              <a:spcAft>
                <a:spcPts val="0"/>
              </a:spcAft>
              <a:buSzPts val="1400"/>
              <a:buNone/>
              <a:defRPr sz="1800" b="0" i="0" u="none" strike="noStrike" cap="none">
                <a:solidFill>
                  <a:schemeClr val="lt2"/>
                </a:solidFill>
              </a:defRPr>
            </a:lvl7pPr>
            <a:lvl8pPr marR="0" lvl="7" algn="l" rtl="0">
              <a:spcBef>
                <a:spcPts val="0"/>
              </a:spcBef>
              <a:spcAft>
                <a:spcPts val="0"/>
              </a:spcAft>
              <a:buSzPts val="1400"/>
              <a:buNone/>
              <a:defRPr sz="1800" b="0" i="0" u="none" strike="noStrike" cap="none">
                <a:solidFill>
                  <a:schemeClr val="lt2"/>
                </a:solidFill>
              </a:defRPr>
            </a:lvl8pPr>
            <a:lvl9pPr marR="0" lvl="8" algn="l" rtl="0">
              <a:spcBef>
                <a:spcPts val="0"/>
              </a:spcBef>
              <a:spcAft>
                <a:spcPts val="0"/>
              </a:spcAft>
              <a:buSzPts val="1400"/>
              <a:buNone/>
              <a:defRPr sz="1800" b="0" i="0" u="none" strike="noStrike" cap="none">
                <a:solidFill>
                  <a:schemeClr val="lt2"/>
                </a:solidFill>
              </a:defRPr>
            </a:lvl9pPr>
          </a:lstStyle>
          <a:p>
            <a:endParaRPr/>
          </a:p>
        </p:txBody>
      </p:sp>
      <p:sp>
        <p:nvSpPr>
          <p:cNvPr id="7" name="Google Shape;7;p8"/>
          <p:cNvSpPr txBox="1">
            <a:spLocks noGrp="1"/>
          </p:cNvSpPr>
          <p:nvPr>
            <p:ph type="body" idx="1"/>
          </p:nvPr>
        </p:nvSpPr>
        <p:spPr>
          <a:xfrm>
            <a:off x="810000" y="2184401"/>
            <a:ext cx="10563285" cy="3674397"/>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lvl1pPr marL="457200" marR="0" lvl="0" indent="-342900" algn="l" rtl="0">
              <a:spcBef>
                <a:spcPts val="360"/>
              </a:spcBef>
              <a:spcAft>
                <a:spcPts val="0"/>
              </a:spcAft>
              <a:buClr>
                <a:schemeClr val="accent1"/>
              </a:buClr>
              <a:buSzPts val="1800"/>
              <a:buFont typeface="Noto Sans Symbols"/>
              <a:buChar char="🞆"/>
              <a:defRPr sz="1800" b="0" i="0" u="none" strike="noStrike" cap="none">
                <a:solidFill>
                  <a:schemeClr val="lt1"/>
                </a:solidFill>
                <a:latin typeface="Century Gothic"/>
                <a:ea typeface="Century Gothic"/>
                <a:cs typeface="Century Gothic"/>
                <a:sym typeface="Century Gothic"/>
              </a:defRPr>
            </a:lvl1pPr>
            <a:lvl2pPr marL="914400" marR="0" lvl="1" indent="-330200" algn="l" rtl="0">
              <a:spcBef>
                <a:spcPts val="600"/>
              </a:spcBef>
              <a:spcAft>
                <a:spcPts val="0"/>
              </a:spcAft>
              <a:buClr>
                <a:schemeClr val="accent1"/>
              </a:buClr>
              <a:buSzPts val="1600"/>
              <a:buFont typeface="Noto Sans Symbols"/>
              <a:buChar char="🞆"/>
              <a:defRPr sz="1600" b="0" i="0" u="none" strike="noStrike" cap="none">
                <a:solidFill>
                  <a:schemeClr val="lt1"/>
                </a:solidFill>
                <a:latin typeface="Century Gothic"/>
                <a:ea typeface="Century Gothic"/>
                <a:cs typeface="Century Gothic"/>
                <a:sym typeface="Century Gothic"/>
              </a:defRPr>
            </a:lvl2pPr>
            <a:lvl3pPr marL="1371600" marR="0" lvl="2" indent="-317500" algn="l" rtl="0">
              <a:spcBef>
                <a:spcPts val="600"/>
              </a:spcBef>
              <a:spcAft>
                <a:spcPts val="0"/>
              </a:spcAft>
              <a:buClr>
                <a:schemeClr val="accent1"/>
              </a:buClr>
              <a:buSzPts val="1400"/>
              <a:buFont typeface="Noto Sans Symbols"/>
              <a:buChar char="🞆"/>
              <a:defRPr sz="1400" b="0" i="0" u="none" strike="noStrike" cap="none">
                <a:solidFill>
                  <a:schemeClr val="lt1"/>
                </a:solidFill>
                <a:latin typeface="Century Gothic"/>
                <a:ea typeface="Century Gothic"/>
                <a:cs typeface="Century Gothic"/>
                <a:sym typeface="Century Gothic"/>
              </a:defRPr>
            </a:lvl3pPr>
            <a:lvl4pPr marL="1828800" marR="0" lvl="3" indent="-304800" algn="l" rtl="0">
              <a:spcBef>
                <a:spcPts val="600"/>
              </a:spcBef>
              <a:spcAft>
                <a:spcPts val="0"/>
              </a:spcAft>
              <a:buClr>
                <a:schemeClr val="accent1"/>
              </a:buClr>
              <a:buSzPts val="1200"/>
              <a:buFont typeface="Noto Sans Symbols"/>
              <a:buChar char="🞆"/>
              <a:defRPr sz="1200" b="0" i="0" u="none" strike="noStrike" cap="none">
                <a:solidFill>
                  <a:schemeClr val="lt1"/>
                </a:solidFill>
                <a:latin typeface="Century Gothic"/>
                <a:ea typeface="Century Gothic"/>
                <a:cs typeface="Century Gothic"/>
                <a:sym typeface="Century Gothic"/>
              </a:defRPr>
            </a:lvl4pPr>
            <a:lvl5pPr marL="2286000" marR="0" lvl="4" indent="-304800" algn="l" rtl="0">
              <a:spcBef>
                <a:spcPts val="600"/>
              </a:spcBef>
              <a:spcAft>
                <a:spcPts val="0"/>
              </a:spcAft>
              <a:buClr>
                <a:schemeClr val="accent1"/>
              </a:buClr>
              <a:buSzPts val="1200"/>
              <a:buFont typeface="Noto Sans Symbols"/>
              <a:buChar char="🞆"/>
              <a:defRPr sz="1200" b="0" i="0" u="none" strike="noStrike" cap="none">
                <a:solidFill>
                  <a:schemeClr val="lt1"/>
                </a:solidFill>
                <a:latin typeface="Century Gothic"/>
                <a:ea typeface="Century Gothic"/>
                <a:cs typeface="Century Gothic"/>
                <a:sym typeface="Century Gothic"/>
              </a:defRPr>
            </a:lvl5pPr>
            <a:lvl6pPr marL="2743200" marR="0" lvl="5" indent="-304800" algn="l" rtl="0">
              <a:spcBef>
                <a:spcPts val="600"/>
              </a:spcBef>
              <a:spcAft>
                <a:spcPts val="0"/>
              </a:spcAft>
              <a:buClr>
                <a:schemeClr val="accent1"/>
              </a:buClr>
              <a:buSzPts val="1200"/>
              <a:buFont typeface="Noto Sans Symbols"/>
              <a:buChar char="🞆"/>
              <a:defRPr sz="1200" b="0" i="0" u="none" strike="noStrike" cap="none">
                <a:solidFill>
                  <a:schemeClr val="lt1"/>
                </a:solidFill>
                <a:latin typeface="Century Gothic"/>
                <a:ea typeface="Century Gothic"/>
                <a:cs typeface="Century Gothic"/>
                <a:sym typeface="Century Gothic"/>
              </a:defRPr>
            </a:lvl6pPr>
            <a:lvl7pPr marL="3200400" marR="0" lvl="6" indent="-304800" algn="l" rtl="0">
              <a:spcBef>
                <a:spcPts val="600"/>
              </a:spcBef>
              <a:spcAft>
                <a:spcPts val="0"/>
              </a:spcAft>
              <a:buClr>
                <a:schemeClr val="accent1"/>
              </a:buClr>
              <a:buSzPts val="1200"/>
              <a:buFont typeface="Noto Sans Symbols"/>
              <a:buChar char="🞆"/>
              <a:defRPr sz="1200" b="0" i="0" u="none" strike="noStrike" cap="none">
                <a:solidFill>
                  <a:schemeClr val="lt1"/>
                </a:solidFill>
                <a:latin typeface="Century Gothic"/>
                <a:ea typeface="Century Gothic"/>
                <a:cs typeface="Century Gothic"/>
                <a:sym typeface="Century Gothic"/>
              </a:defRPr>
            </a:lvl7pPr>
            <a:lvl8pPr marL="3657600" marR="0" lvl="7" indent="-304800" algn="l" rtl="0">
              <a:spcBef>
                <a:spcPts val="600"/>
              </a:spcBef>
              <a:spcAft>
                <a:spcPts val="0"/>
              </a:spcAft>
              <a:buClr>
                <a:schemeClr val="accent1"/>
              </a:buClr>
              <a:buSzPts val="1200"/>
              <a:buFont typeface="Noto Sans Symbols"/>
              <a:buChar char="🞆"/>
              <a:defRPr sz="1200" b="0" i="0" u="none" strike="noStrike" cap="none">
                <a:solidFill>
                  <a:schemeClr val="lt1"/>
                </a:solidFill>
                <a:latin typeface="Century Gothic"/>
                <a:ea typeface="Century Gothic"/>
                <a:cs typeface="Century Gothic"/>
                <a:sym typeface="Century Gothic"/>
              </a:defRPr>
            </a:lvl8pPr>
            <a:lvl9pPr marL="4114800" marR="0" lvl="8" indent="-304800" algn="l" rtl="0">
              <a:spcBef>
                <a:spcPts val="600"/>
              </a:spcBef>
              <a:spcAft>
                <a:spcPts val="600"/>
              </a:spcAft>
              <a:buClr>
                <a:schemeClr val="accent1"/>
              </a:buClr>
              <a:buSzPts val="1200"/>
              <a:buFont typeface="Noto Sans Symbols"/>
              <a:buChar char="🞆"/>
              <a:defRPr sz="1200" b="0" i="0" u="none" strike="noStrike" cap="none">
                <a:solidFill>
                  <a:schemeClr val="lt1"/>
                </a:solidFill>
                <a:latin typeface="Century Gothic"/>
                <a:ea typeface="Century Gothic"/>
                <a:cs typeface="Century Gothic"/>
                <a:sym typeface="Century Gothic"/>
              </a:defRPr>
            </a:lvl9pPr>
          </a:lstStyle>
          <a:p>
            <a:endParaRPr/>
          </a:p>
        </p:txBody>
      </p:sp>
      <p:sp>
        <p:nvSpPr>
          <p:cNvPr id="8" name="Google Shape;8;p8"/>
          <p:cNvSpPr txBox="1">
            <a:spLocks noGrp="1"/>
          </p:cNvSpPr>
          <p:nvPr>
            <p:ph type="ftr" idx="11"/>
          </p:nvPr>
        </p:nvSpPr>
        <p:spPr>
          <a:xfrm>
            <a:off x="451514" y="6041362"/>
            <a:ext cx="8644320" cy="365125"/>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900" b="0" i="0" u="none" strike="noStrike" cap="none">
                <a:solidFill>
                  <a:schemeClr val="lt1"/>
                </a:solidFill>
                <a:latin typeface="Century Gothic"/>
                <a:ea typeface="Century Gothic"/>
                <a:cs typeface="Century Gothic"/>
                <a:sym typeface="Century Gothic"/>
              </a:defRPr>
            </a:lvl1pPr>
            <a:lvl2pPr marR="0" lvl="1"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2pPr>
            <a:lvl3pPr marR="0" lvl="2"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3pPr>
            <a:lvl4pPr marR="0" lvl="3"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4pPr>
            <a:lvl5pPr marR="0" lvl="4"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5pPr>
            <a:lvl6pPr marR="0" lvl="5"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6pPr>
            <a:lvl7pPr marR="0" lvl="6"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7pPr>
            <a:lvl8pPr marR="0" lvl="7"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8pPr>
            <a:lvl9pPr marR="0" lvl="8"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9" name="Google Shape;9;p8"/>
          <p:cNvSpPr txBox="1">
            <a:spLocks noGrp="1"/>
          </p:cNvSpPr>
          <p:nvPr>
            <p:ph type="dt" idx="10"/>
          </p:nvPr>
        </p:nvSpPr>
        <p:spPr>
          <a:xfrm>
            <a:off x="9334626" y="6041362"/>
            <a:ext cx="1343706" cy="365125"/>
          </a:xfrm>
          <a:prstGeom prst="rect">
            <a:avLst/>
          </a:prstGeom>
          <a:noFill/>
          <a:ln>
            <a:noFill/>
          </a:ln>
        </p:spPr>
        <p:txBody>
          <a:bodyPr spcFirstLastPara="1" wrap="square" lIns="91425" tIns="45700" rIns="91425" bIns="45700" anchor="b" anchorCtr="0">
            <a:noAutofit/>
          </a:bodyPr>
          <a:lstStyle>
            <a:lvl1pPr marR="0" lvl="0" algn="r" rtl="0">
              <a:spcBef>
                <a:spcPts val="0"/>
              </a:spcBef>
              <a:spcAft>
                <a:spcPts val="0"/>
              </a:spcAft>
              <a:buSzPts val="1400"/>
              <a:buNone/>
              <a:defRPr sz="900" b="0" i="0" u="none" strike="noStrike" cap="none">
                <a:solidFill>
                  <a:schemeClr val="lt1"/>
                </a:solidFill>
                <a:latin typeface="Century Gothic"/>
                <a:ea typeface="Century Gothic"/>
                <a:cs typeface="Century Gothic"/>
                <a:sym typeface="Century Gothic"/>
              </a:defRPr>
            </a:lvl1pPr>
            <a:lvl2pPr marR="0" lvl="1"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2pPr>
            <a:lvl3pPr marR="0" lvl="2"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3pPr>
            <a:lvl4pPr marR="0" lvl="3"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4pPr>
            <a:lvl5pPr marR="0" lvl="4"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5pPr>
            <a:lvl6pPr marR="0" lvl="5"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6pPr>
            <a:lvl7pPr marR="0" lvl="6"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7pPr>
            <a:lvl8pPr marR="0" lvl="7"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8pPr>
            <a:lvl9pPr marR="0" lvl="8"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0" name="Google Shape;10;p8"/>
          <p:cNvSpPr txBox="1">
            <a:spLocks noGrp="1"/>
          </p:cNvSpPr>
          <p:nvPr>
            <p:ph type="sldNum" idx="12"/>
          </p:nvPr>
        </p:nvSpPr>
        <p:spPr>
          <a:xfrm>
            <a:off x="10678331" y="5915888"/>
            <a:ext cx="1062155" cy="490599"/>
          </a:xfrm>
          <a:prstGeom prst="rect">
            <a:avLst/>
          </a:prstGeom>
          <a:noFill/>
          <a:ln>
            <a:noFill/>
          </a:ln>
        </p:spPr>
        <p:txBody>
          <a:bodyPr spcFirstLastPara="1" wrap="square" lIns="91425" tIns="45700" rIns="91425" bIns="10800" anchor="b" anchorCtr="0">
            <a:noAutofit/>
          </a:bodyPr>
          <a:lstStyle>
            <a:lvl1pPr marL="0" marR="0" lvl="0" indent="0" algn="r" rtl="0">
              <a:spcBef>
                <a:spcPts val="0"/>
              </a:spcBef>
              <a:buNone/>
              <a:defRPr sz="2000" b="0" i="0" u="none" strike="noStrike" cap="none">
                <a:solidFill>
                  <a:schemeClr val="accent1"/>
                </a:solidFill>
                <a:latin typeface="Century Gothic"/>
                <a:ea typeface="Century Gothic"/>
                <a:cs typeface="Century Gothic"/>
                <a:sym typeface="Century Gothic"/>
              </a:defRPr>
            </a:lvl1pPr>
            <a:lvl2pPr marL="0" marR="0" lvl="1" indent="0" algn="r" rtl="0">
              <a:spcBef>
                <a:spcPts val="0"/>
              </a:spcBef>
              <a:buNone/>
              <a:defRPr sz="2000" b="0" i="0" u="none" strike="noStrike" cap="none">
                <a:solidFill>
                  <a:schemeClr val="accent1"/>
                </a:solidFill>
                <a:latin typeface="Century Gothic"/>
                <a:ea typeface="Century Gothic"/>
                <a:cs typeface="Century Gothic"/>
                <a:sym typeface="Century Gothic"/>
              </a:defRPr>
            </a:lvl2pPr>
            <a:lvl3pPr marL="0" marR="0" lvl="2" indent="0" algn="r" rtl="0">
              <a:spcBef>
                <a:spcPts val="0"/>
              </a:spcBef>
              <a:buNone/>
              <a:defRPr sz="2000" b="0" i="0" u="none" strike="noStrike" cap="none">
                <a:solidFill>
                  <a:schemeClr val="accent1"/>
                </a:solidFill>
                <a:latin typeface="Century Gothic"/>
                <a:ea typeface="Century Gothic"/>
                <a:cs typeface="Century Gothic"/>
                <a:sym typeface="Century Gothic"/>
              </a:defRPr>
            </a:lvl3pPr>
            <a:lvl4pPr marL="0" marR="0" lvl="3" indent="0" algn="r" rtl="0">
              <a:spcBef>
                <a:spcPts val="0"/>
              </a:spcBef>
              <a:buNone/>
              <a:defRPr sz="2000" b="0" i="0" u="none" strike="noStrike" cap="none">
                <a:solidFill>
                  <a:schemeClr val="accent1"/>
                </a:solidFill>
                <a:latin typeface="Century Gothic"/>
                <a:ea typeface="Century Gothic"/>
                <a:cs typeface="Century Gothic"/>
                <a:sym typeface="Century Gothic"/>
              </a:defRPr>
            </a:lvl4pPr>
            <a:lvl5pPr marL="0" marR="0" lvl="4" indent="0" algn="r" rtl="0">
              <a:spcBef>
                <a:spcPts val="0"/>
              </a:spcBef>
              <a:buNone/>
              <a:defRPr sz="2000" b="0" i="0" u="none" strike="noStrike" cap="none">
                <a:solidFill>
                  <a:schemeClr val="accent1"/>
                </a:solidFill>
                <a:latin typeface="Century Gothic"/>
                <a:ea typeface="Century Gothic"/>
                <a:cs typeface="Century Gothic"/>
                <a:sym typeface="Century Gothic"/>
              </a:defRPr>
            </a:lvl5pPr>
            <a:lvl6pPr marL="0" marR="0" lvl="5" indent="0" algn="r" rtl="0">
              <a:spcBef>
                <a:spcPts val="0"/>
              </a:spcBef>
              <a:buNone/>
              <a:defRPr sz="2000" b="0" i="0" u="none" strike="noStrike" cap="none">
                <a:solidFill>
                  <a:schemeClr val="accent1"/>
                </a:solidFill>
                <a:latin typeface="Century Gothic"/>
                <a:ea typeface="Century Gothic"/>
                <a:cs typeface="Century Gothic"/>
                <a:sym typeface="Century Gothic"/>
              </a:defRPr>
            </a:lvl6pPr>
            <a:lvl7pPr marL="0" marR="0" lvl="6" indent="0" algn="r" rtl="0">
              <a:spcBef>
                <a:spcPts val="0"/>
              </a:spcBef>
              <a:buNone/>
              <a:defRPr sz="2000" b="0" i="0" u="none" strike="noStrike" cap="none">
                <a:solidFill>
                  <a:schemeClr val="accent1"/>
                </a:solidFill>
                <a:latin typeface="Century Gothic"/>
                <a:ea typeface="Century Gothic"/>
                <a:cs typeface="Century Gothic"/>
                <a:sym typeface="Century Gothic"/>
              </a:defRPr>
            </a:lvl7pPr>
            <a:lvl8pPr marL="0" marR="0" lvl="7" indent="0" algn="r" rtl="0">
              <a:spcBef>
                <a:spcPts val="0"/>
              </a:spcBef>
              <a:buNone/>
              <a:defRPr sz="2000" b="0" i="0" u="none" strike="noStrike" cap="none">
                <a:solidFill>
                  <a:schemeClr val="accent1"/>
                </a:solidFill>
                <a:latin typeface="Century Gothic"/>
                <a:ea typeface="Century Gothic"/>
                <a:cs typeface="Century Gothic"/>
                <a:sym typeface="Century Gothic"/>
              </a:defRPr>
            </a:lvl8pPr>
            <a:lvl9pPr marL="0" marR="0" lvl="8" indent="0" algn="r" rtl="0">
              <a:spcBef>
                <a:spcPts val="0"/>
              </a:spcBef>
              <a:buNone/>
              <a:defRPr sz="2000" b="0" i="0" u="none" strike="noStrike" cap="none">
                <a:solidFill>
                  <a:schemeClr val="accen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colab.research.google.com/" TargetMode="External"/><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1"/>
          <p:cNvSpPr txBox="1">
            <a:spLocks noGrp="1"/>
          </p:cNvSpPr>
          <p:nvPr>
            <p:ph type="ctrTitle"/>
          </p:nvPr>
        </p:nvSpPr>
        <p:spPr>
          <a:xfrm>
            <a:off x="810001" y="1449147"/>
            <a:ext cx="10572000" cy="2971051"/>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rmAutofit/>
          </a:bodyPr>
          <a:lstStyle/>
          <a:p>
            <a:pPr marL="0" lvl="0" indent="0" algn="l" rtl="0">
              <a:spcBef>
                <a:spcPts val="0"/>
              </a:spcBef>
              <a:spcAft>
                <a:spcPts val="0"/>
              </a:spcAft>
              <a:buClr>
                <a:srgbClr val="FEFEFE"/>
              </a:buClr>
              <a:buSzPts val="5400"/>
              <a:buFont typeface="Century Gothic"/>
              <a:buNone/>
            </a:pPr>
            <a:r>
              <a:rPr lang="en-IN" dirty="0"/>
              <a:t>Breaking </a:t>
            </a:r>
            <a:r>
              <a:rPr lang="en-IN" b="1" dirty="0"/>
              <a:t>a CAPTCHA system using Neural networks</a:t>
            </a:r>
            <a:br>
              <a:rPr lang="en-IN" b="1" dirty="0"/>
            </a:br>
            <a:endParaRPr/>
          </a:p>
        </p:txBody>
      </p:sp>
      <p:sp>
        <p:nvSpPr>
          <p:cNvPr id="116" name="Google Shape;116;p1"/>
          <p:cNvSpPr txBox="1">
            <a:spLocks noGrp="1"/>
          </p:cNvSpPr>
          <p:nvPr>
            <p:ph type="subTitle" idx="1"/>
          </p:nvPr>
        </p:nvSpPr>
        <p:spPr>
          <a:xfrm>
            <a:off x="810001" y="5280846"/>
            <a:ext cx="10572000" cy="1119953"/>
          </a:xfrm>
          <a:prstGeom prst="rect">
            <a:avLst/>
          </a:prstGeom>
          <a:noFill/>
          <a:ln>
            <a:noFill/>
          </a:ln>
          <a:effectLst>
            <a:outerShdw blurRad="50800">
              <a:srgbClr val="000000">
                <a:alpha val="40000"/>
              </a:srgbClr>
            </a:outerShdw>
          </a:effectLst>
        </p:spPr>
        <p:txBody>
          <a:bodyPr spcFirstLastPara="1" wrap="square" lIns="91425" tIns="45700" rIns="91425" bIns="45700" anchor="t" anchorCtr="0">
            <a:normAutofit/>
          </a:bodyPr>
          <a:lstStyle/>
          <a:p>
            <a:pPr marL="0" lvl="0" indent="0" algn="l" rtl="0">
              <a:spcBef>
                <a:spcPts val="0"/>
              </a:spcBef>
              <a:spcAft>
                <a:spcPts val="0"/>
              </a:spcAft>
              <a:buSzPts val="1800"/>
              <a:buNone/>
            </a:pPr>
            <a:r>
              <a:rPr lang="en-US" dirty="0"/>
              <a:t> </a:t>
            </a:r>
            <a:r>
              <a:rPr lang="en-US" sz="2800" dirty="0"/>
              <a:t>Aman Kr Mishra – 20BCE1382</a:t>
            </a:r>
            <a:endParaRPr sz="2800"/>
          </a:p>
          <a:p>
            <a:pPr marL="0" indent="0">
              <a:spcBef>
                <a:spcPts val="960"/>
              </a:spcBef>
            </a:pPr>
            <a:r>
              <a:rPr lang="en-IN" sz="2800" dirty="0"/>
              <a:t> </a:t>
            </a:r>
            <a:r>
              <a:rPr lang="en-US" sz="2800" dirty="0">
                <a:solidFill>
                  <a:schemeClr val="bg1"/>
                </a:solidFill>
              </a:rPr>
              <a:t>Ansh Goel  -  20BCE1798</a:t>
            </a:r>
            <a:endParaRPr lang="en-IN" sz="2800" dirty="0">
              <a:solidFill>
                <a:schemeClr val="bg1"/>
              </a:solidFill>
            </a:endParaRPr>
          </a:p>
          <a:p>
            <a:pPr marL="0" lvl="0" indent="0">
              <a:spcBef>
                <a:spcPts val="960"/>
              </a:spcBef>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
          <p:cNvSpPr txBox="1">
            <a:spLocks noGrp="1"/>
          </p:cNvSpPr>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p>
            <a:pPr marL="0" lvl="0" indent="0" algn="l" rtl="0">
              <a:spcBef>
                <a:spcPts val="0"/>
              </a:spcBef>
              <a:spcAft>
                <a:spcPts val="0"/>
              </a:spcAft>
              <a:buClr>
                <a:srgbClr val="FEFEFE"/>
              </a:buClr>
              <a:buSzPts val="4000"/>
              <a:buFont typeface="Century Gothic"/>
              <a:buNone/>
            </a:pPr>
            <a:r>
              <a:rPr lang="en-IN"/>
              <a:t>Abstract</a:t>
            </a:r>
            <a:endParaRPr/>
          </a:p>
        </p:txBody>
      </p:sp>
      <p:sp>
        <p:nvSpPr>
          <p:cNvPr id="122" name="Google Shape;122;p2"/>
          <p:cNvSpPr txBox="1">
            <a:spLocks noGrp="1"/>
          </p:cNvSpPr>
          <p:nvPr>
            <p:ph type="body" idx="1"/>
          </p:nvPr>
        </p:nvSpPr>
        <p:spPr>
          <a:xfrm>
            <a:off x="818712" y="2222287"/>
            <a:ext cx="10554574" cy="4026113"/>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fontScale="92500" lnSpcReduction="10000"/>
          </a:bodyPr>
          <a:lstStyle/>
          <a:p>
            <a:pPr marL="342900" lvl="0" algn="just">
              <a:spcBef>
                <a:spcPts val="0"/>
              </a:spcBef>
            </a:pPr>
            <a:r>
              <a:rPr lang="en-US" dirty="0"/>
              <a:t>Captcha or Completely Automated Public Turing test to tell Computers that the operator is  human or not . Almost every website now have process of checking whether the website is being crawled by some sort of automated bots or not .Earlier there was too much attacks on the website using bots which used to cause a lot of harm to the big companies so they invented Completely Automated Public Turing test to tell Computers and Humans Apart which no doubt helped them a lot in preventing the attacks via bots but now the world is much more advanced and with some lines of codes we can break various types of captchas and that is what we are doing in this paper proving the point that now captchas are just a matter of hindrance that decreases the human experience with the various websites as even sometimes they cannot enter the captcha that a bot can easily break and waste the important time of human. So here in our study we proved our point by breaking the various sorts of captchas like numerical, alphanumerical, circle captcha, captcha v2 etc. . We are proving our points by getting pretty good accuracies .We used Convolutional neural network for our purpose some captchas were easy to break with only a few layers while some took pretty big networks. In the end we will also be discussing some ways that makes the websites more secure and much easy for the humans to enter a website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Contd.</a:t>
            </a:r>
          </a:p>
        </p:txBody>
      </p:sp>
      <p:sp>
        <p:nvSpPr>
          <p:cNvPr id="3" name="Text Placeholder 2"/>
          <p:cNvSpPr>
            <a:spLocks noGrp="1"/>
          </p:cNvSpPr>
          <p:nvPr>
            <p:ph type="body" idx="1"/>
          </p:nvPr>
        </p:nvSpPr>
        <p:spPr/>
        <p:txBody>
          <a:bodyPr/>
          <a:lstStyle/>
          <a:p>
            <a:pPr algn="just"/>
            <a:r>
              <a:rPr lang="en-US" dirty="0">
                <a:latin typeface="Arial"/>
                <a:ea typeface="Arial"/>
                <a:cs typeface="Arial"/>
                <a:sym typeface="Arial"/>
              </a:rPr>
              <a:t>Text-based CAPTCHAs are most commonly used by various websites to distinguish between humans and computers. It is used as a security measure. This work consists of a dynamic approach that is proposed to predict Text-based CAPTCHAs that challenges the supposition that they cannot be solved by computers. Three types of CAPTCHAs namely Rotated, Noisy Arc, Complicated Background have been taken.</a:t>
            </a:r>
            <a:endParaRPr lang="en-US" dirty="0"/>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PROBLEM IDENTIFIED/STATEMENT</a:t>
            </a:r>
          </a:p>
        </p:txBody>
      </p:sp>
      <p:sp>
        <p:nvSpPr>
          <p:cNvPr id="3" name="Text Placeholder 2"/>
          <p:cNvSpPr>
            <a:spLocks noGrp="1"/>
          </p:cNvSpPr>
          <p:nvPr>
            <p:ph type="body" idx="1"/>
          </p:nvPr>
        </p:nvSpPr>
        <p:spPr/>
        <p:txBody>
          <a:bodyPr/>
          <a:lstStyle/>
          <a:p>
            <a:pPr lvl="0"/>
            <a:r>
              <a:rPr lang="en-US" dirty="0">
                <a:latin typeface="Arial"/>
                <a:ea typeface="Arial"/>
                <a:cs typeface="Arial"/>
                <a:sym typeface="Arial"/>
              </a:rPr>
              <a:t>Text-based CAPTCHAs are most common but we believe that it should not be used and is just a hurdle for the users which irritates them and to prove that we’ll be breaking the captcha using various neural networks. It’ll save the time of the users and prevent them from unnecessary steps, when we enter the captcha wrong we just have to enter our whole details again which is irritating to the user.</a:t>
            </a:r>
            <a:endParaRPr lang="en-US" dirty="0"/>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3"/>
          <p:cNvSpPr txBox="1">
            <a:spLocks noGrp="1"/>
          </p:cNvSpPr>
          <p:nvPr>
            <p:ph type="title"/>
          </p:nvPr>
        </p:nvSpPr>
        <p:spPr>
          <a:xfrm>
            <a:off x="533400" y="533400"/>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p>
            <a:pPr marL="0" lvl="0" indent="0" algn="l" rtl="0">
              <a:spcBef>
                <a:spcPts val="0"/>
              </a:spcBef>
              <a:spcAft>
                <a:spcPts val="0"/>
              </a:spcAft>
              <a:buClr>
                <a:srgbClr val="FEFEFE"/>
              </a:buClr>
              <a:buSzPts val="4000"/>
              <a:buFont typeface="Century Gothic"/>
              <a:buNone/>
            </a:pPr>
            <a:r>
              <a:rPr lang="en-IN" dirty="0"/>
              <a:t>PROPOSED SOLUTION</a:t>
            </a:r>
            <a:endParaRPr dirty="0"/>
          </a:p>
        </p:txBody>
      </p:sp>
      <p:sp>
        <p:nvSpPr>
          <p:cNvPr id="128" name="Google Shape;128;p3"/>
          <p:cNvSpPr txBox="1">
            <a:spLocks noGrp="1"/>
          </p:cNvSpPr>
          <p:nvPr>
            <p:ph type="body" idx="1"/>
          </p:nvPr>
        </p:nvSpPr>
        <p:spPr>
          <a:xfrm>
            <a:off x="818712" y="2222287"/>
            <a:ext cx="10554574" cy="2197313"/>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p>
            <a:pPr marL="342900" lvl="0" indent="-342900" algn="l" rtl="0">
              <a:spcBef>
                <a:spcPts val="0"/>
              </a:spcBef>
              <a:spcAft>
                <a:spcPts val="0"/>
              </a:spcAft>
              <a:buSzPts val="1800"/>
              <a:buNone/>
            </a:pPr>
            <a:r>
              <a:rPr lang="en-IN" b="0" i="0" dirty="0">
                <a:latin typeface="Arial"/>
                <a:ea typeface="Arial"/>
                <a:cs typeface="Arial"/>
                <a:sym typeface="Arial"/>
              </a:rPr>
              <a:t>	Text-based CAPTCHAs are most common but we believe that it </a:t>
            </a:r>
            <a:r>
              <a:rPr lang="en-IN" dirty="0">
                <a:latin typeface="Arial"/>
                <a:ea typeface="Arial"/>
                <a:cs typeface="Arial"/>
                <a:sym typeface="Arial"/>
              </a:rPr>
              <a:t>should not be used</a:t>
            </a:r>
            <a:r>
              <a:rPr lang="en-IN" b="0" i="0" dirty="0">
                <a:latin typeface="Arial"/>
                <a:ea typeface="Arial"/>
                <a:cs typeface="Arial"/>
                <a:sym typeface="Arial"/>
              </a:rPr>
              <a:t> and is just a hurdle for the users which irritates them and to prove that we’ll be breaking the captcha using various neural networks. It’ll save the time of the users and prevent them from unnecessary steps, when we enter the captcha wrong we just have to enter our whole details again which is irritating to the user.</a:t>
            </a:r>
          </a:p>
          <a:p>
            <a:pPr marL="342900" lvl="0" indent="-342900" algn="l" rtl="0">
              <a:spcBef>
                <a:spcPts val="0"/>
              </a:spcBef>
              <a:spcAft>
                <a:spcPts val="0"/>
              </a:spcAft>
              <a:buSzPts val="1800"/>
              <a:buChar char="🞆"/>
            </a:pPr>
            <a:endParaRPr/>
          </a:p>
        </p:txBody>
      </p:sp>
      <p:pic>
        <p:nvPicPr>
          <p:cNvPr id="4" name="Google Shape;146;p6"/>
          <p:cNvPicPr preferRelativeResize="0">
            <a:picLocks/>
          </p:cNvPicPr>
          <p:nvPr/>
        </p:nvPicPr>
        <p:blipFill rotWithShape="1">
          <a:blip r:embed="rId3">
            <a:alphaModFix/>
          </a:blip>
          <a:srcRect/>
          <a:stretch/>
        </p:blipFill>
        <p:spPr>
          <a:xfrm>
            <a:off x="2209800" y="4114800"/>
            <a:ext cx="8020500" cy="1892400"/>
          </a:xfrm>
          <a:prstGeom prst="rect">
            <a:avLst/>
          </a:prstGeom>
          <a:noFill/>
          <a:ln>
            <a:noFill/>
          </a:ln>
          <a:effectLst>
            <a:outerShdw blurRad="50800">
              <a:srgbClr val="000000">
                <a:alpha val="4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A56452-528C-68E6-F007-0D330E3D13DA}"/>
              </a:ext>
            </a:extLst>
          </p:cNvPr>
          <p:cNvSpPr>
            <a:spLocks noGrp="1"/>
          </p:cNvSpPr>
          <p:nvPr>
            <p:ph type="title"/>
          </p:nvPr>
        </p:nvSpPr>
        <p:spPr/>
        <p:txBody>
          <a:bodyPr/>
          <a:lstStyle/>
          <a:p>
            <a:r>
              <a:rPr lang="en-GB" dirty="0"/>
              <a:t>PROJECT STATUS</a:t>
            </a:r>
          </a:p>
        </p:txBody>
      </p:sp>
      <p:sp>
        <p:nvSpPr>
          <p:cNvPr id="4" name="TextBox 3">
            <a:extLst>
              <a:ext uri="{FF2B5EF4-FFF2-40B4-BE49-F238E27FC236}">
                <a16:creationId xmlns:a16="http://schemas.microsoft.com/office/drawing/2014/main" id="{3D6CCBBD-6A55-363D-1539-BD48BD40B3EB}"/>
              </a:ext>
            </a:extLst>
          </p:cNvPr>
          <p:cNvSpPr txBox="1"/>
          <p:nvPr/>
        </p:nvSpPr>
        <p:spPr>
          <a:xfrm>
            <a:off x="914400" y="2164770"/>
            <a:ext cx="1524000" cy="400110"/>
          </a:xfrm>
          <a:prstGeom prst="rect">
            <a:avLst/>
          </a:prstGeom>
          <a:noFill/>
        </p:spPr>
        <p:txBody>
          <a:bodyPr wrap="square" rtlCol="0">
            <a:spAutoFit/>
          </a:bodyPr>
          <a:lstStyle/>
          <a:p>
            <a:r>
              <a:rPr lang="en-GB" sz="2000" dirty="0">
                <a:solidFill>
                  <a:schemeClr val="bg1"/>
                </a:solidFill>
                <a:latin typeface="Bahnschrift" panose="020B0502040204020203" pitchFamily="34" charset="0"/>
              </a:rPr>
              <a:t>1. CODING</a:t>
            </a:r>
          </a:p>
        </p:txBody>
      </p:sp>
      <p:pic>
        <p:nvPicPr>
          <p:cNvPr id="6" name="Picture 5">
            <a:extLst>
              <a:ext uri="{FF2B5EF4-FFF2-40B4-BE49-F238E27FC236}">
                <a16:creationId xmlns:a16="http://schemas.microsoft.com/office/drawing/2014/main" id="{B274CE0C-1BB5-759C-912C-7FCA1921E544}"/>
              </a:ext>
            </a:extLst>
          </p:cNvPr>
          <p:cNvPicPr>
            <a:picLocks noChangeAspect="1"/>
          </p:cNvPicPr>
          <p:nvPr/>
        </p:nvPicPr>
        <p:blipFill>
          <a:blip r:embed="rId2"/>
          <a:stretch>
            <a:fillRect/>
          </a:stretch>
        </p:blipFill>
        <p:spPr>
          <a:xfrm>
            <a:off x="228600" y="2739045"/>
            <a:ext cx="3534141" cy="3431330"/>
          </a:xfrm>
          <a:prstGeom prst="rect">
            <a:avLst/>
          </a:prstGeom>
        </p:spPr>
      </p:pic>
      <p:pic>
        <p:nvPicPr>
          <p:cNvPr id="8" name="Picture 7">
            <a:extLst>
              <a:ext uri="{FF2B5EF4-FFF2-40B4-BE49-F238E27FC236}">
                <a16:creationId xmlns:a16="http://schemas.microsoft.com/office/drawing/2014/main" id="{5224C91E-CD09-019B-E250-D28195C60E70}"/>
              </a:ext>
            </a:extLst>
          </p:cNvPr>
          <p:cNvPicPr>
            <a:picLocks noChangeAspect="1"/>
          </p:cNvPicPr>
          <p:nvPr/>
        </p:nvPicPr>
        <p:blipFill>
          <a:blip r:embed="rId3"/>
          <a:stretch>
            <a:fillRect/>
          </a:stretch>
        </p:blipFill>
        <p:spPr>
          <a:xfrm>
            <a:off x="4149749" y="2810576"/>
            <a:ext cx="3219543" cy="3288268"/>
          </a:xfrm>
          <a:prstGeom prst="rect">
            <a:avLst/>
          </a:prstGeom>
        </p:spPr>
      </p:pic>
      <p:pic>
        <p:nvPicPr>
          <p:cNvPr id="10" name="Picture 9">
            <a:extLst>
              <a:ext uri="{FF2B5EF4-FFF2-40B4-BE49-F238E27FC236}">
                <a16:creationId xmlns:a16="http://schemas.microsoft.com/office/drawing/2014/main" id="{A9BC20DD-CED5-5AA4-0F21-D821AF185F5A}"/>
              </a:ext>
            </a:extLst>
          </p:cNvPr>
          <p:cNvPicPr>
            <a:picLocks noChangeAspect="1"/>
          </p:cNvPicPr>
          <p:nvPr/>
        </p:nvPicPr>
        <p:blipFill>
          <a:blip r:embed="rId4"/>
          <a:stretch>
            <a:fillRect/>
          </a:stretch>
        </p:blipFill>
        <p:spPr>
          <a:xfrm>
            <a:off x="7696200" y="2810576"/>
            <a:ext cx="3534141" cy="1055476"/>
          </a:xfrm>
          <a:prstGeom prst="rect">
            <a:avLst/>
          </a:prstGeom>
        </p:spPr>
      </p:pic>
      <p:pic>
        <p:nvPicPr>
          <p:cNvPr id="12" name="Picture 11">
            <a:extLst>
              <a:ext uri="{FF2B5EF4-FFF2-40B4-BE49-F238E27FC236}">
                <a16:creationId xmlns:a16="http://schemas.microsoft.com/office/drawing/2014/main" id="{3833A79C-E0AD-DB7A-5D8D-2A9088E09028}"/>
              </a:ext>
            </a:extLst>
          </p:cNvPr>
          <p:cNvPicPr>
            <a:picLocks noChangeAspect="1"/>
          </p:cNvPicPr>
          <p:nvPr/>
        </p:nvPicPr>
        <p:blipFill>
          <a:blip r:embed="rId5"/>
          <a:stretch>
            <a:fillRect/>
          </a:stretch>
        </p:blipFill>
        <p:spPr>
          <a:xfrm>
            <a:off x="7696200" y="4009167"/>
            <a:ext cx="4054980" cy="2499646"/>
          </a:xfrm>
          <a:prstGeom prst="rect">
            <a:avLst/>
          </a:prstGeom>
        </p:spPr>
      </p:pic>
    </p:spTree>
    <p:extLst>
      <p:ext uri="{BB962C8B-B14F-4D97-AF65-F5344CB8AC3E}">
        <p14:creationId xmlns:p14="http://schemas.microsoft.com/office/powerpoint/2010/main" val="14013226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5"/>
          <p:cNvSpPr txBox="1">
            <a:spLocks noGrp="1"/>
          </p:cNvSpPr>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rmAutofit/>
          </a:bodyPr>
          <a:lstStyle/>
          <a:p>
            <a:pPr marL="0" lvl="0" indent="0" algn="l" rtl="0">
              <a:spcBef>
                <a:spcPts val="0"/>
              </a:spcBef>
              <a:spcAft>
                <a:spcPts val="0"/>
              </a:spcAft>
              <a:buClr>
                <a:srgbClr val="FEFEFE"/>
              </a:buClr>
              <a:buSzPts val="4000"/>
              <a:buFont typeface="Century Gothic"/>
              <a:buNone/>
            </a:pPr>
            <a:r>
              <a:rPr lang="en-GB" dirty="0"/>
              <a:t>CONTD.</a:t>
            </a:r>
            <a:endParaRPr dirty="0"/>
          </a:p>
        </p:txBody>
      </p:sp>
      <p:sp>
        <p:nvSpPr>
          <p:cNvPr id="140" name="Google Shape;140;p5"/>
          <p:cNvSpPr txBox="1">
            <a:spLocks noGrp="1"/>
          </p:cNvSpPr>
          <p:nvPr>
            <p:ph type="body" idx="1"/>
          </p:nvPr>
        </p:nvSpPr>
        <p:spPr>
          <a:xfrm>
            <a:off x="990600" y="3048000"/>
            <a:ext cx="10554574" cy="3962400"/>
          </a:xfrm>
          <a:prstGeom prst="rect">
            <a:avLst/>
          </a:prstGeom>
          <a:noFill/>
          <a:ln>
            <a:noFill/>
          </a:ln>
          <a:effectLst>
            <a:outerShdw blurRad="50800">
              <a:srgbClr val="000000">
                <a:alpha val="40000"/>
              </a:srgbClr>
            </a:outerShdw>
          </a:effectLst>
        </p:spPr>
        <p:txBody>
          <a:bodyPr spcFirstLastPara="1" wrap="square" lIns="91425" tIns="45700" rIns="91425" bIns="45700" anchor="ctr" anchorCtr="0">
            <a:normAutofit/>
          </a:bodyPr>
          <a:lstStyle/>
          <a:p>
            <a:r>
              <a:rPr lang="en-US" sz="1600" dirty="0"/>
              <a:t>To complete this project, we needed the following: </a:t>
            </a:r>
          </a:p>
          <a:p>
            <a:pPr marL="0" indent="0">
              <a:buNone/>
            </a:pPr>
            <a:r>
              <a:rPr lang="en-US" sz="1600" dirty="0"/>
              <a:t>          A local development environment for Python 3  with</a:t>
            </a:r>
          </a:p>
          <a:p>
            <a:r>
              <a:rPr lang="en-US" sz="1600" dirty="0"/>
              <a:t>Modern Operating System:</a:t>
            </a:r>
          </a:p>
          <a:p>
            <a:r>
              <a:rPr lang="en-US" sz="1600" dirty="0"/>
              <a:t>Windows 7 or 10</a:t>
            </a:r>
          </a:p>
          <a:p>
            <a:r>
              <a:rPr lang="en-US" sz="1600" dirty="0"/>
              <a:t>Mac OS X 10.11 or higher, 64-bit</a:t>
            </a:r>
          </a:p>
          <a:p>
            <a:r>
              <a:rPr lang="en-US" sz="1600" dirty="0"/>
              <a:t>Linux: RHEL 6/7, 64-bit (almost all libraries also work in </a:t>
            </a:r>
            <a:r>
              <a:rPr lang="en-US" sz="1600" dirty="0" err="1"/>
              <a:t>Ubuntu</a:t>
            </a:r>
            <a:r>
              <a:rPr lang="en-US" sz="1600" dirty="0"/>
              <a:t>)</a:t>
            </a:r>
          </a:p>
          <a:p>
            <a:r>
              <a:rPr lang="en-US" sz="1600" dirty="0"/>
              <a:t>x86 64-bit CPU (Intel / AMD architecture)</a:t>
            </a:r>
          </a:p>
          <a:p>
            <a:r>
              <a:rPr lang="en-US" sz="1600" dirty="0"/>
              <a:t>4 GB RAM</a:t>
            </a:r>
          </a:p>
          <a:p>
            <a:r>
              <a:rPr lang="en-US" sz="1600" dirty="0"/>
              <a:t>5 GB free disk space </a:t>
            </a:r>
          </a:p>
          <a:p>
            <a:r>
              <a:rPr lang="en-US" sz="1600" dirty="0"/>
              <a:t>A working webcam to do real-time image detection.</a:t>
            </a:r>
          </a:p>
          <a:p>
            <a:r>
              <a:rPr lang="en-US" sz="1600" dirty="0"/>
              <a:t>We will build a sign language classifier using a neural network. Our goal is to produce a model that accepts a picture of a hand as input and outputs a letter.</a:t>
            </a:r>
          </a:p>
          <a:p>
            <a:pPr marL="0" lvl="0" indent="0" algn="l" rtl="0">
              <a:spcBef>
                <a:spcPts val="933"/>
              </a:spcBef>
              <a:spcAft>
                <a:spcPts val="0"/>
              </a:spcAft>
              <a:buSzPct val="100000"/>
              <a:buNone/>
            </a:pPr>
            <a:endParaRPr dirty="0"/>
          </a:p>
        </p:txBody>
      </p:sp>
      <p:sp>
        <p:nvSpPr>
          <p:cNvPr id="3" name="TextBox 2">
            <a:extLst>
              <a:ext uri="{FF2B5EF4-FFF2-40B4-BE49-F238E27FC236}">
                <a16:creationId xmlns:a16="http://schemas.microsoft.com/office/drawing/2014/main" id="{A6D4DF20-4D18-4165-BDC4-96EABB88DFF8}"/>
              </a:ext>
            </a:extLst>
          </p:cNvPr>
          <p:cNvSpPr txBox="1"/>
          <p:nvPr/>
        </p:nvSpPr>
        <p:spPr>
          <a:xfrm>
            <a:off x="788535" y="2209800"/>
            <a:ext cx="5405647" cy="400110"/>
          </a:xfrm>
          <a:prstGeom prst="rect">
            <a:avLst/>
          </a:prstGeom>
          <a:noFill/>
        </p:spPr>
        <p:txBody>
          <a:bodyPr wrap="none" rtlCol="0">
            <a:spAutoFit/>
          </a:bodyPr>
          <a:lstStyle/>
          <a:p>
            <a:r>
              <a:rPr lang="en-US" sz="2000" dirty="0">
                <a:solidFill>
                  <a:schemeClr val="bg1"/>
                </a:solidFill>
                <a:latin typeface="Bahnschrift" panose="020B0502040204020203" pitchFamily="34" charset="0"/>
              </a:rPr>
              <a:t>2. TECHNOLOGIES / SOFTWARE / HARDWARE</a:t>
            </a:r>
            <a:endParaRPr lang="en-GB" sz="2000" dirty="0">
              <a:solidFill>
                <a:schemeClr val="bg1"/>
              </a:solidFill>
              <a:latin typeface="Bahnschrift" panose="020B0502040204020203"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18712" y="2362200"/>
            <a:ext cx="10554574" cy="4114800"/>
          </a:xfrm>
        </p:spPr>
        <p:txBody>
          <a:bodyPr>
            <a:normAutofit lnSpcReduction="10000"/>
          </a:bodyPr>
          <a:lstStyle/>
          <a:p>
            <a:pPr marL="342900" lvl="0">
              <a:spcBef>
                <a:spcPts val="0"/>
              </a:spcBef>
              <a:buSzPct val="100000"/>
            </a:pPr>
            <a:r>
              <a:rPr lang="en-US" b="1" dirty="0"/>
              <a:t>Python 3</a:t>
            </a:r>
            <a:endParaRPr lang="en-US" dirty="0"/>
          </a:p>
          <a:p>
            <a:pPr marL="0" lvl="0" indent="0">
              <a:spcBef>
                <a:spcPts val="933"/>
              </a:spcBef>
              <a:buSzPct val="100000"/>
              <a:buNone/>
            </a:pPr>
            <a:r>
              <a:rPr lang="en-US" dirty="0"/>
              <a:t>Python is a fun programming language with great libraries for machine learning and computer vision.</a:t>
            </a:r>
          </a:p>
          <a:p>
            <a:pPr marL="342900" lvl="0">
              <a:spcBef>
                <a:spcPts val="933"/>
              </a:spcBef>
              <a:buSzPct val="100000"/>
            </a:pPr>
            <a:r>
              <a:rPr lang="en-US" b="1" dirty="0"/>
              <a:t>OpenCV</a:t>
            </a:r>
            <a:endParaRPr lang="en-US" dirty="0"/>
          </a:p>
          <a:p>
            <a:pPr marL="0" lvl="0" indent="0">
              <a:spcBef>
                <a:spcPts val="933"/>
              </a:spcBef>
              <a:buSzPct val="100000"/>
              <a:buNone/>
            </a:pPr>
            <a:r>
              <a:rPr lang="en-US" dirty="0"/>
              <a:t>OpenCV is a popular framework for computer vision and image processing. We’ll use OpenCV to process the CAPTCHA images. It has a Python API so we can use it directly from Python.</a:t>
            </a:r>
          </a:p>
          <a:p>
            <a:pPr marL="342900" lvl="0">
              <a:spcBef>
                <a:spcPts val="933"/>
              </a:spcBef>
              <a:buSzPct val="100000"/>
            </a:pPr>
            <a:r>
              <a:rPr lang="en-US" b="1" dirty="0"/>
              <a:t>Keras</a:t>
            </a:r>
            <a:endParaRPr lang="en-US" dirty="0"/>
          </a:p>
          <a:p>
            <a:pPr marL="0" lvl="0" indent="0">
              <a:spcBef>
                <a:spcPts val="933"/>
              </a:spcBef>
              <a:buSzPct val="100000"/>
              <a:buNone/>
            </a:pPr>
            <a:r>
              <a:rPr lang="en-US" dirty="0"/>
              <a:t>Keras is a deep learning framework written in Python. It makes it easy to define, train and use deep neural networks with minimal coding.</a:t>
            </a:r>
          </a:p>
          <a:p>
            <a:pPr marL="342900" lvl="0">
              <a:spcBef>
                <a:spcPts val="933"/>
              </a:spcBef>
              <a:buSzPct val="100000"/>
            </a:pPr>
            <a:r>
              <a:rPr lang="en-US" b="1" dirty="0"/>
              <a:t>Pytorch</a:t>
            </a:r>
          </a:p>
          <a:p>
            <a:pPr marL="0" lvl="0" indent="0">
              <a:spcBef>
                <a:spcPts val="933"/>
              </a:spcBef>
              <a:buSzPct val="100000"/>
              <a:buNone/>
            </a:pPr>
            <a:r>
              <a:rPr lang="en-US" dirty="0" err="1">
                <a:latin typeface="arial"/>
                <a:ea typeface="arial"/>
                <a:cs typeface="arial"/>
                <a:sym typeface="arial"/>
              </a:rPr>
              <a:t>PyTorch</a:t>
            </a:r>
            <a:r>
              <a:rPr lang="en-US" dirty="0">
                <a:latin typeface="arial"/>
                <a:ea typeface="arial"/>
                <a:cs typeface="arial"/>
                <a:sym typeface="arial"/>
              </a:rPr>
              <a:t> is a library for Python programs that facilitates building deep learning projects</a:t>
            </a:r>
            <a:endParaRPr lang="en-US" dirty="0"/>
          </a:p>
          <a:p>
            <a:pPr marL="0" lvl="0" indent="0">
              <a:spcBef>
                <a:spcPts val="933"/>
              </a:spcBef>
              <a:buSzPct val="100000"/>
              <a:buNone/>
            </a:pPr>
            <a:endParaRPr lang="en-US" dirty="0"/>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1FD3A0B-F909-71D3-9700-875AE72ED956}"/>
              </a:ext>
            </a:extLst>
          </p:cNvPr>
          <p:cNvPicPr>
            <a:picLocks noChangeAspect="1"/>
          </p:cNvPicPr>
          <p:nvPr/>
        </p:nvPicPr>
        <p:blipFill>
          <a:blip r:embed="rId2"/>
          <a:stretch>
            <a:fillRect/>
          </a:stretch>
        </p:blipFill>
        <p:spPr>
          <a:xfrm>
            <a:off x="6324600" y="3276600"/>
            <a:ext cx="5486400" cy="2947916"/>
          </a:xfrm>
          <a:prstGeom prst="rect">
            <a:avLst/>
          </a:prstGeom>
        </p:spPr>
      </p:pic>
      <p:sp>
        <p:nvSpPr>
          <p:cNvPr id="6" name="TextBox 5">
            <a:extLst>
              <a:ext uri="{FF2B5EF4-FFF2-40B4-BE49-F238E27FC236}">
                <a16:creationId xmlns:a16="http://schemas.microsoft.com/office/drawing/2014/main" id="{2D567B86-208D-60DB-B2E5-2F2B8996DB70}"/>
              </a:ext>
            </a:extLst>
          </p:cNvPr>
          <p:cNvSpPr txBox="1"/>
          <p:nvPr/>
        </p:nvSpPr>
        <p:spPr>
          <a:xfrm>
            <a:off x="1219200" y="2514600"/>
            <a:ext cx="2971800" cy="400110"/>
          </a:xfrm>
          <a:prstGeom prst="rect">
            <a:avLst/>
          </a:prstGeom>
          <a:noFill/>
        </p:spPr>
        <p:txBody>
          <a:bodyPr wrap="square" rtlCol="0">
            <a:spAutoFit/>
          </a:bodyPr>
          <a:lstStyle/>
          <a:p>
            <a:r>
              <a:rPr lang="en-GB" sz="2000" dirty="0">
                <a:solidFill>
                  <a:schemeClr val="bg1"/>
                </a:solidFill>
                <a:latin typeface="Bahnschrift" panose="020B0502040204020203" pitchFamily="34" charset="0"/>
              </a:rPr>
              <a:t>3. WORKING MODEL</a:t>
            </a:r>
          </a:p>
        </p:txBody>
      </p:sp>
      <p:pic>
        <p:nvPicPr>
          <p:cNvPr id="8" name="Picture 7">
            <a:extLst>
              <a:ext uri="{FF2B5EF4-FFF2-40B4-BE49-F238E27FC236}">
                <a16:creationId xmlns:a16="http://schemas.microsoft.com/office/drawing/2014/main" id="{1ED76EBF-B126-7EF0-B41F-C31470687921}"/>
              </a:ext>
            </a:extLst>
          </p:cNvPr>
          <p:cNvPicPr>
            <a:picLocks noChangeAspect="1"/>
          </p:cNvPicPr>
          <p:nvPr/>
        </p:nvPicPr>
        <p:blipFill>
          <a:blip r:embed="rId3"/>
          <a:stretch>
            <a:fillRect/>
          </a:stretch>
        </p:blipFill>
        <p:spPr>
          <a:xfrm>
            <a:off x="660891" y="3810000"/>
            <a:ext cx="5348177" cy="1483527"/>
          </a:xfrm>
          <a:prstGeom prst="rect">
            <a:avLst/>
          </a:prstGeom>
        </p:spPr>
      </p:pic>
    </p:spTree>
    <p:extLst>
      <p:ext uri="{BB962C8B-B14F-4D97-AF65-F5344CB8AC3E}">
        <p14:creationId xmlns:p14="http://schemas.microsoft.com/office/powerpoint/2010/main" val="19260085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023F593-6512-4468-F751-50AE42592728}"/>
              </a:ext>
            </a:extLst>
          </p:cNvPr>
          <p:cNvSpPr txBox="1"/>
          <p:nvPr/>
        </p:nvSpPr>
        <p:spPr>
          <a:xfrm>
            <a:off x="914400" y="2286000"/>
            <a:ext cx="1798319" cy="400110"/>
          </a:xfrm>
          <a:prstGeom prst="rect">
            <a:avLst/>
          </a:prstGeom>
          <a:noFill/>
        </p:spPr>
        <p:txBody>
          <a:bodyPr wrap="square" rtlCol="0">
            <a:spAutoFit/>
          </a:bodyPr>
          <a:lstStyle/>
          <a:p>
            <a:r>
              <a:rPr lang="en-GB" sz="2000" dirty="0">
                <a:solidFill>
                  <a:schemeClr val="bg1"/>
                </a:solidFill>
                <a:latin typeface="Bahnschrift" panose="020B0502040204020203" pitchFamily="34" charset="0"/>
              </a:rPr>
              <a:t>4. DEMO</a:t>
            </a:r>
          </a:p>
        </p:txBody>
      </p:sp>
      <p:pic>
        <p:nvPicPr>
          <p:cNvPr id="6" name="Picture 5">
            <a:extLst>
              <a:ext uri="{FF2B5EF4-FFF2-40B4-BE49-F238E27FC236}">
                <a16:creationId xmlns:a16="http://schemas.microsoft.com/office/drawing/2014/main" id="{CBCADC0B-D6AB-90F1-E34B-2BCEF194C446}"/>
              </a:ext>
            </a:extLst>
          </p:cNvPr>
          <p:cNvPicPr>
            <a:picLocks noChangeAspect="1"/>
          </p:cNvPicPr>
          <p:nvPr/>
        </p:nvPicPr>
        <p:blipFill>
          <a:blip r:embed="rId2"/>
          <a:stretch>
            <a:fillRect/>
          </a:stretch>
        </p:blipFill>
        <p:spPr>
          <a:xfrm>
            <a:off x="5334000" y="2895600"/>
            <a:ext cx="5343525" cy="3629025"/>
          </a:xfrm>
          <a:prstGeom prst="rect">
            <a:avLst/>
          </a:prstGeom>
        </p:spPr>
      </p:pic>
      <p:sp>
        <p:nvSpPr>
          <p:cNvPr id="7" name="TextBox 6">
            <a:extLst>
              <a:ext uri="{FF2B5EF4-FFF2-40B4-BE49-F238E27FC236}">
                <a16:creationId xmlns:a16="http://schemas.microsoft.com/office/drawing/2014/main" id="{CF6F128B-1F64-ADE9-42BF-0F1C47F07177}"/>
              </a:ext>
            </a:extLst>
          </p:cNvPr>
          <p:cNvSpPr txBox="1"/>
          <p:nvPr/>
        </p:nvSpPr>
        <p:spPr>
          <a:xfrm>
            <a:off x="762000" y="3325117"/>
            <a:ext cx="3505200" cy="2769989"/>
          </a:xfrm>
          <a:prstGeom prst="rect">
            <a:avLst/>
          </a:prstGeom>
          <a:noFill/>
        </p:spPr>
        <p:txBody>
          <a:bodyPr wrap="square" rtlCol="0">
            <a:spAutoFit/>
          </a:bodyPr>
          <a:lstStyle/>
          <a:p>
            <a:r>
              <a:rPr lang="en-GB" sz="2000" dirty="0">
                <a:solidFill>
                  <a:schemeClr val="bg1"/>
                </a:solidFill>
                <a:latin typeface="Bahnschrift" panose="020B0502040204020203" pitchFamily="34" charset="0"/>
              </a:rPr>
              <a:t>We have compiled the code for this project on Google Colab Open Source Software.</a:t>
            </a:r>
          </a:p>
          <a:p>
            <a:endParaRPr lang="en-GB" sz="2000" dirty="0">
              <a:solidFill>
                <a:schemeClr val="bg1"/>
              </a:solidFill>
              <a:latin typeface="Bahnschrift" panose="020B0502040204020203" pitchFamily="34" charset="0"/>
            </a:endParaRPr>
          </a:p>
          <a:p>
            <a:r>
              <a:rPr lang="en-GB" sz="2000" dirty="0">
                <a:solidFill>
                  <a:schemeClr val="bg1"/>
                </a:solidFill>
                <a:latin typeface="Bahnschrift" panose="020B0502040204020203" pitchFamily="34" charset="0"/>
              </a:rPr>
              <a:t>Link - </a:t>
            </a:r>
            <a:r>
              <a:rPr lang="en-GB" sz="2000" dirty="0">
                <a:solidFill>
                  <a:schemeClr val="bg1"/>
                </a:solidFill>
                <a:latin typeface="Bahnschrift" panose="020B0502040204020203" pitchFamily="34" charset="0"/>
                <a:hlinkClick r:id="rId3"/>
              </a:rPr>
              <a:t>https://colab.research.google.com/#</a:t>
            </a:r>
            <a:endParaRPr lang="en-GB" sz="2000" dirty="0">
              <a:solidFill>
                <a:schemeClr val="bg1"/>
              </a:solidFill>
              <a:latin typeface="Bahnschrift" panose="020B0502040204020203" pitchFamily="34" charset="0"/>
            </a:endParaRPr>
          </a:p>
          <a:p>
            <a:endParaRPr lang="en-GB" dirty="0">
              <a:solidFill>
                <a:schemeClr val="bg1"/>
              </a:solidFill>
              <a:latin typeface="Bahnschrift" panose="020B0502040204020203" pitchFamily="34" charset="0"/>
            </a:endParaRPr>
          </a:p>
        </p:txBody>
      </p:sp>
    </p:spTree>
    <p:extLst>
      <p:ext uri="{BB962C8B-B14F-4D97-AF65-F5344CB8AC3E}">
        <p14:creationId xmlns:p14="http://schemas.microsoft.com/office/powerpoint/2010/main" val="16192473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7"/>
          <p:cNvSpPr txBox="1">
            <a:spLocks noGrp="1"/>
          </p:cNvSpPr>
          <p:nvPr>
            <p:ph type="title"/>
          </p:nvPr>
        </p:nvSpPr>
        <p:spPr>
          <a:xfrm>
            <a:off x="810000" y="447188"/>
            <a:ext cx="10571998" cy="970450"/>
          </a:xfrm>
          <a:prstGeom prst="rect">
            <a:avLst/>
          </a:prstGeom>
          <a:noFill/>
          <a:ln>
            <a:noFill/>
          </a:ln>
          <a:effectLst>
            <a:outerShdw blurRad="50800">
              <a:srgbClr val="000000">
                <a:alpha val="60000"/>
              </a:srgbClr>
            </a:outerShdw>
          </a:effectLst>
        </p:spPr>
        <p:txBody>
          <a:bodyPr spcFirstLastPara="1" wrap="square" lIns="91425" tIns="45700" rIns="91425" bIns="45700" anchor="b" anchorCtr="0">
            <a:noAutofit/>
          </a:bodyPr>
          <a:lstStyle/>
          <a:p>
            <a:pPr marL="0" lvl="0" indent="0" algn="l" rtl="0">
              <a:spcBef>
                <a:spcPts val="0"/>
              </a:spcBef>
              <a:spcAft>
                <a:spcPts val="0"/>
              </a:spcAft>
              <a:buClr>
                <a:srgbClr val="FEFEFE"/>
              </a:buClr>
              <a:buSzPts val="4000"/>
              <a:buFont typeface="Century Gothic"/>
              <a:buNone/>
            </a:pPr>
            <a:r>
              <a:rPr lang="en-IN"/>
              <a:t>Our model architecture</a:t>
            </a:r>
            <a:endParaRPr/>
          </a:p>
        </p:txBody>
      </p:sp>
      <p:pic>
        <p:nvPicPr>
          <p:cNvPr id="152" name="Google Shape;152;p7"/>
          <p:cNvPicPr preferRelativeResize="0">
            <a:picLocks noGrp="1"/>
          </p:cNvPicPr>
          <p:nvPr>
            <p:ph type="body" idx="1"/>
          </p:nvPr>
        </p:nvPicPr>
        <p:blipFill rotWithShape="1">
          <a:blip r:embed="rId3">
            <a:alphaModFix/>
          </a:blip>
          <a:srcRect/>
          <a:stretch/>
        </p:blipFill>
        <p:spPr>
          <a:xfrm>
            <a:off x="968111" y="2631209"/>
            <a:ext cx="10255777" cy="2819545"/>
          </a:xfrm>
          <a:prstGeom prst="rect">
            <a:avLst/>
          </a:prstGeom>
          <a:noFill/>
          <a:ln>
            <a:noFill/>
          </a:ln>
          <a:effectLst>
            <a:outerShdw blurRad="50800">
              <a:srgbClr val="000000">
                <a:alpha val="4000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Expected Contributions / Student wise</a:t>
            </a:r>
            <a:endParaRPr lang="en-US" dirty="0"/>
          </a:p>
        </p:txBody>
      </p:sp>
      <p:sp>
        <p:nvSpPr>
          <p:cNvPr id="3" name="Text Placeholder 2"/>
          <p:cNvSpPr>
            <a:spLocks noGrp="1"/>
          </p:cNvSpPr>
          <p:nvPr>
            <p:ph type="body" idx="1"/>
          </p:nvPr>
        </p:nvSpPr>
        <p:spPr/>
        <p:txBody>
          <a:bodyPr/>
          <a:lstStyle/>
          <a:p>
            <a:pPr marL="0" indent="0">
              <a:buNone/>
            </a:pPr>
            <a:r>
              <a:rPr lang="en-US" dirty="0"/>
              <a:t>Aman Kr Mishra -    Preparing the prediction Classifications Dataset</a:t>
            </a:r>
          </a:p>
          <a:p>
            <a:pPr marL="0" indent="0">
              <a:buNone/>
            </a:pPr>
            <a:r>
              <a:rPr lang="en-US" dirty="0"/>
              <a:t>                                  Building and Training the data</a:t>
            </a:r>
          </a:p>
          <a:p>
            <a:pPr marL="0" indent="0">
              <a:buNone/>
            </a:pPr>
            <a:r>
              <a:rPr lang="en-US" dirty="0"/>
              <a:t>                                  Data preprocessing and Testing</a:t>
            </a:r>
          </a:p>
          <a:p>
            <a:pPr marL="0" indent="0">
              <a:buNone/>
            </a:pPr>
            <a:endParaRPr lang="en-US" dirty="0"/>
          </a:p>
          <a:p>
            <a:pPr marL="0" indent="0">
              <a:buNone/>
            </a:pPr>
            <a:r>
              <a:rPr lang="en-US" dirty="0"/>
              <a:t>Ansh Goel -             Saving Models and Weights</a:t>
            </a:r>
          </a:p>
          <a:p>
            <a:pPr marL="0" indent="0">
              <a:buNone/>
            </a:pPr>
            <a:r>
              <a:rPr lang="en-US" dirty="0"/>
              <a:t>                                  Define Keras neural network that includes the layers                                   </a:t>
            </a:r>
          </a:p>
          <a:p>
            <a:pPr marL="0" indent="0">
              <a:buNone/>
            </a:pPr>
            <a:r>
              <a:rPr lang="en-US" dirty="0"/>
              <a:t>                                  </a:t>
            </a:r>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FF596-DCE7-6578-31F7-D780941E3BE2}"/>
              </a:ext>
            </a:extLst>
          </p:cNvPr>
          <p:cNvSpPr>
            <a:spLocks noGrp="1"/>
          </p:cNvSpPr>
          <p:nvPr>
            <p:ph type="title"/>
          </p:nvPr>
        </p:nvSpPr>
        <p:spPr/>
        <p:txBody>
          <a:bodyPr/>
          <a:lstStyle/>
          <a:p>
            <a:r>
              <a:rPr lang="en-GB" dirty="0"/>
              <a:t>Remaining Work:</a:t>
            </a:r>
          </a:p>
        </p:txBody>
      </p:sp>
      <p:sp>
        <p:nvSpPr>
          <p:cNvPr id="3" name="Text Placeholder 2">
            <a:extLst>
              <a:ext uri="{FF2B5EF4-FFF2-40B4-BE49-F238E27FC236}">
                <a16:creationId xmlns:a16="http://schemas.microsoft.com/office/drawing/2014/main" id="{CAB74046-140B-2E0B-9C42-E902319EBC1A}"/>
              </a:ext>
            </a:extLst>
          </p:cNvPr>
          <p:cNvSpPr>
            <a:spLocks noGrp="1"/>
          </p:cNvSpPr>
          <p:nvPr>
            <p:ph type="body" idx="1"/>
          </p:nvPr>
        </p:nvSpPr>
        <p:spPr/>
        <p:txBody>
          <a:bodyPr/>
          <a:lstStyle/>
          <a:p>
            <a:r>
              <a:rPr lang="en-GB" dirty="0"/>
              <a:t>DATASET PREPARATION</a:t>
            </a:r>
          </a:p>
          <a:p>
            <a:r>
              <a:rPr lang="en-GB" dirty="0"/>
              <a:t>ENHANCEMENT AND UPGRADATION</a:t>
            </a:r>
          </a:p>
          <a:p>
            <a:endParaRPr lang="en-GB" dirty="0"/>
          </a:p>
        </p:txBody>
      </p:sp>
    </p:spTree>
    <p:extLst>
      <p:ext uri="{BB962C8B-B14F-4D97-AF65-F5344CB8AC3E}">
        <p14:creationId xmlns:p14="http://schemas.microsoft.com/office/powerpoint/2010/main" val="2860510296"/>
      </p:ext>
    </p:extLst>
  </p:cSld>
  <p:clrMapOvr>
    <a:masterClrMapping/>
  </p:clrMapOvr>
</p:sld>
</file>

<file path=ppt/theme/theme1.xml><?xml version="1.0" encoding="utf-8"?>
<a:theme xmlns:a="http://schemas.openxmlformats.org/drawingml/2006/main" name="Quotable">
  <a:themeElements>
    <a:clrScheme name="Quotable">
      <a:dk1>
        <a:srgbClr val="000000"/>
      </a:dk1>
      <a:lt1>
        <a:srgbClr val="FFFFFF"/>
      </a:lt1>
      <a:dk2>
        <a:srgbClr val="212121"/>
      </a:dk2>
      <a:lt2>
        <a:srgbClr val="636363"/>
      </a:lt2>
      <a:accent1>
        <a:srgbClr val="00C6BB"/>
      </a:accent1>
      <a:accent2>
        <a:srgbClr val="6FEBA0"/>
      </a:accent2>
      <a:accent3>
        <a:srgbClr val="B6DF5E"/>
      </a:accent3>
      <a:accent4>
        <a:srgbClr val="EFB251"/>
      </a:accent4>
      <a:accent5>
        <a:srgbClr val="EF755F"/>
      </a:accent5>
      <a:accent6>
        <a:srgbClr val="ED515C"/>
      </a:accent6>
      <a:hlink>
        <a:srgbClr val="8F8F8F"/>
      </a:hlink>
      <a:folHlink>
        <a:srgbClr val="A5A5A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95</TotalTime>
  <Words>808</Words>
  <Application>Microsoft Office PowerPoint</Application>
  <PresentationFormat>Widescreen</PresentationFormat>
  <Paragraphs>51</Paragraphs>
  <Slides>13</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Century Gothic</vt:lpstr>
      <vt:lpstr>Bahnschrift</vt:lpstr>
      <vt:lpstr>Arial</vt:lpstr>
      <vt:lpstr>Arial</vt:lpstr>
      <vt:lpstr>Noto Sans Symbols</vt:lpstr>
      <vt:lpstr>Quotable</vt:lpstr>
      <vt:lpstr>Breaking a CAPTCHA system using Neural networks </vt:lpstr>
      <vt:lpstr>Abstract</vt:lpstr>
      <vt:lpstr>Contd.</vt:lpstr>
      <vt:lpstr>PROBLEM IDENTIFIED/STATEMENT</vt:lpstr>
      <vt:lpstr>PROPOSED SOLUTION</vt:lpstr>
      <vt:lpstr>PROJECT STATUS</vt:lpstr>
      <vt:lpstr>CONTD.</vt:lpstr>
      <vt:lpstr>PowerPoint Presentation</vt:lpstr>
      <vt:lpstr>PowerPoint Presentation</vt:lpstr>
      <vt:lpstr>PowerPoint Presentation</vt:lpstr>
      <vt:lpstr>Our model architecture</vt:lpstr>
      <vt:lpstr>Expected Contributions / Student wise</vt:lpstr>
      <vt:lpstr>Remaining Work: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Breaking a CAPTCHA system using Neural networks</dc:title>
  <dc:creator>Akshat Sharma</dc:creator>
  <cp:lastModifiedBy>ANSH GOEL</cp:lastModifiedBy>
  <cp:revision>12</cp:revision>
  <dcterms:created xsi:type="dcterms:W3CDTF">2021-08-21T06:37:43Z</dcterms:created>
  <dcterms:modified xsi:type="dcterms:W3CDTF">2022-10-20T04:12:16Z</dcterms:modified>
</cp:coreProperties>
</file>